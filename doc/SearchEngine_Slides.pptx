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9"/>
  </p:notesMasterIdLst>
  <p:sldIdLst>
    <p:sldId id="281" r:id="rId3"/>
    <p:sldId id="257" r:id="rId4"/>
    <p:sldId id="258" r:id="rId5"/>
    <p:sldId id="259" r:id="rId6"/>
    <p:sldId id="260" r:id="rId7"/>
    <p:sldId id="289" r:id="rId8"/>
    <p:sldId id="262" r:id="rId9"/>
    <p:sldId id="267" r:id="rId10"/>
    <p:sldId id="271" r:id="rId11"/>
    <p:sldId id="317" r:id="rId12"/>
    <p:sldId id="318" r:id="rId13"/>
    <p:sldId id="282" r:id="rId14"/>
    <p:sldId id="284" r:id="rId15"/>
    <p:sldId id="283" r:id="rId16"/>
    <p:sldId id="286" r:id="rId17"/>
    <p:sldId id="287" r:id="rId18"/>
    <p:sldId id="285" r:id="rId19"/>
    <p:sldId id="263" r:id="rId20"/>
    <p:sldId id="272" r:id="rId21"/>
    <p:sldId id="290" r:id="rId22"/>
    <p:sldId id="312" r:id="rId23"/>
    <p:sldId id="313" r:id="rId24"/>
    <p:sldId id="304" r:id="rId25"/>
    <p:sldId id="266" r:id="rId26"/>
    <p:sldId id="274" r:id="rId27"/>
    <p:sldId id="319" r:id="rId28"/>
    <p:sldId id="303" r:id="rId29"/>
    <p:sldId id="278" r:id="rId30"/>
    <p:sldId id="301" r:id="rId31"/>
    <p:sldId id="273" r:id="rId32"/>
    <p:sldId id="295" r:id="rId33"/>
    <p:sldId id="296" r:id="rId34"/>
    <p:sldId id="297" r:id="rId35"/>
    <p:sldId id="299" r:id="rId36"/>
    <p:sldId id="300" r:id="rId37"/>
    <p:sldId id="279" r:id="rId3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7461" autoAdjust="0"/>
  </p:normalViewPr>
  <p:slideViewPr>
    <p:cSldViewPr snapToGrid="0" snapToObjects="1">
      <p:cViewPr>
        <p:scale>
          <a:sx n="136" d="100"/>
          <a:sy n="136" d="100"/>
        </p:scale>
        <p:origin x="180" y="-12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9/26/2025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829316182"/>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MANNERCHOR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1550317358"/>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69.38</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bg1">
                              <a:lumMod val="85000"/>
                            </a:schemeClr>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bg1">
                              <a:lumMod val="85000"/>
                            </a:schemeClr>
                          </a:solidFill>
                          <a:effectLst/>
                          <a:latin typeface="Calibri" panose="020F0502020204030204" pitchFamily="34" charset="0"/>
                        </a:rPr>
                        <a:t>0.23</a:t>
                      </a:r>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bg1">
                              <a:lumMod val="85000"/>
                            </a:schemeClr>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bg1">
                              <a:lumMod val="85000"/>
                            </a:schemeClr>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2370006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11</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12</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14</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14</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503633"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commutative 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17</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19</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20</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22</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3108543"/>
          </a:xfrm>
          <a:prstGeom prst="rect">
            <a:avLst/>
          </a:prstGeom>
          <a:noFill/>
        </p:spPr>
        <p:txBody>
          <a:bodyPr wrap="square" rtlCol="0">
            <a:spAutoFit/>
          </a:bodyPr>
          <a:lstStyle/>
          <a:p>
            <a:r>
              <a:rPr lang="en-US" sz="1400" dirty="0" smtClean="0">
                <a:solidFill>
                  <a:srgbClr val="00AAE5"/>
                </a:solidFill>
              </a:rPr>
              <a:t>Inverse Darwinian Cutoff</a:t>
            </a:r>
            <a:r>
              <a:rPr lang="en-US" sz="1400" dirty="0" smtClean="0"/>
              <a:t> is similar to </a:t>
            </a:r>
            <a:r>
              <a:rPr lang="en-US" sz="1400" dirty="0" smtClean="0">
                <a:solidFill>
                  <a:srgbClr val="00AAE5"/>
                </a:solidFill>
              </a:rPr>
              <a:t>containment</a:t>
            </a:r>
            <a:r>
              <a:rPr lang="en-US" sz="1400" dirty="0" smtClean="0"/>
              <a:t> of weak </a:t>
            </a:r>
            <a:r>
              <a:rPr lang="en-US" sz="1400" dirty="0"/>
              <a:t>search terms in terms of creating variance to facilitate </a:t>
            </a:r>
            <a:r>
              <a:rPr lang="en-US" sz="1400" dirty="0">
                <a:solidFill>
                  <a:srgbClr val="00AAE5"/>
                </a:solidFill>
              </a:rPr>
              <a:t>cutoff</a:t>
            </a:r>
            <a:r>
              <a:rPr lang="en-US" sz="1400" dirty="0"/>
              <a:t>. </a:t>
            </a:r>
            <a:endParaRPr lang="en-US" sz="1400" dirty="0" smtClean="0"/>
          </a:p>
          <a:p>
            <a:pPr marL="216000" indent="-216000">
              <a:buClr>
                <a:srgbClr val="00AAE5"/>
              </a:buClr>
              <a:buFont typeface="+mj-lt"/>
              <a:buAutoNum type="arabicPeriod"/>
            </a:pPr>
            <a:r>
              <a:rPr lang="en-US" sz="1400" dirty="0" smtClean="0"/>
              <a:t>Introduce 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Log-smoothing should be applied to the firm name. This affects weak search terms more than search terms with more overlap. A robust feedback of 20% or more seems appropriate.</a:t>
            </a:r>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9"/>
                                        </p:tgtEl>
                                        <p:attrNameLst>
                                          <p:attrName>style.visibility</p:attrName>
                                        </p:attrNameLst>
                                      </p:cBhvr>
                                      <p:to>
                                        <p:strVal val="visible"/>
                                      </p:to>
                                    </p:set>
                                  </p:childTnLst>
                                </p:cTn>
                              </p:par>
                            </p:childTnLst>
                          </p:cTn>
                        </p:par>
                        <p:par>
                          <p:cTn id="37" fill="hold">
                            <p:stCondLst>
                              <p:cond delay="0"/>
                            </p:stCondLst>
                            <p:childTnLst>
                              <p:par>
                                <p:cTn id="38" presetID="42" presetClass="path" presetSubtype="0" accel="50000" decel="50000" fill="hold" grpId="1" nodeType="afterEffect">
                                  <p:stCondLst>
                                    <p:cond delay="0"/>
                                  </p:stCondLst>
                                  <p:childTnLst>
                                    <p:animMotion origin="layout" path="M -3.54167E-6 -2.96296E-6 L -0.00013 0.03588 " pathEditMode="relative" rAng="0" ptsTypes="AA">
                                      <p:cBhvr>
                                        <p:cTn id="39" dur="250" fill="hold"/>
                                        <p:tgtEl>
                                          <p:spTgt spid="209"/>
                                        </p:tgtEl>
                                        <p:attrNameLst>
                                          <p:attrName>ppt_x</p:attrName>
                                          <p:attrName>ppt_y</p:attrName>
                                        </p:attrNameLst>
                                      </p:cBhvr>
                                      <p:rCtr x="-13" y="1782"/>
                                    </p:animMotion>
                                  </p:childTnLst>
                                </p:cTn>
                              </p:par>
                            </p:childTnLst>
                          </p:cTn>
                        </p:par>
                        <p:par>
                          <p:cTn id="40" fill="hold">
                            <p:stCondLst>
                              <p:cond delay="250"/>
                            </p:stCondLst>
                            <p:childTnLst>
                              <p:par>
                                <p:cTn id="41" presetID="7" presetClass="emph" presetSubtype="2" fill="hold" nodeType="afterEffect">
                                  <p:stCondLst>
                                    <p:cond delay="0"/>
                                  </p:stCondLst>
                                  <p:childTnLst>
                                    <p:animClr clrSpc="rgb" dir="cw">
                                      <p:cBhvr>
                                        <p:cTn id="42" dur="500" fill="hold"/>
                                        <p:tgtEl>
                                          <p:spTgt spid="39"/>
                                        </p:tgtEl>
                                        <p:attrNameLst>
                                          <p:attrName>stroke.color</p:attrName>
                                        </p:attrNameLst>
                                      </p:cBhvr>
                                      <p:to>
                                        <a:schemeClr val="bg2"/>
                                      </p:to>
                                    </p:animClr>
                                    <p:set>
                                      <p:cBhvr>
                                        <p:cTn id="43" dur="500" fill="hold"/>
                                        <p:tgtEl>
                                          <p:spTgt spid="39"/>
                                        </p:tgtEl>
                                        <p:attrNameLst>
                                          <p:attrName>stroke.on</p:attrName>
                                        </p:attrNameLst>
                                      </p:cBhvr>
                                      <p:to>
                                        <p:strVal val="true"/>
                                      </p:to>
                                    </p:set>
                                  </p:childTnLst>
                                </p:cTn>
                              </p:par>
                              <p:par>
                                <p:cTn id="44" presetID="7" presetClass="emph" presetSubtype="2" fill="hold" nodeType="withEffect">
                                  <p:stCondLst>
                                    <p:cond delay="0"/>
                                  </p:stCondLst>
                                  <p:childTnLst>
                                    <p:animClr clrSpc="rgb" dir="cw">
                                      <p:cBhvr>
                                        <p:cTn id="45" dur="500" fill="hold"/>
                                        <p:tgtEl>
                                          <p:spTgt spid="40"/>
                                        </p:tgtEl>
                                        <p:attrNameLst>
                                          <p:attrName>stroke.color</p:attrName>
                                        </p:attrNameLst>
                                      </p:cBhvr>
                                      <p:to>
                                        <a:schemeClr val="bg2"/>
                                      </p:to>
                                    </p:animClr>
                                    <p:set>
                                      <p:cBhvr>
                                        <p:cTn id="46" dur="500" fill="hold"/>
                                        <p:tgtEl>
                                          <p:spTgt spid="40"/>
                                        </p:tgtEl>
                                        <p:attrNameLst>
                                          <p:attrName>stroke.on</p:attrName>
                                        </p:attrNameLst>
                                      </p:cBhvr>
                                      <p:to>
                                        <p:strVal val="true"/>
                                      </p:to>
                                    </p:set>
                                  </p:childTnLst>
                                </p:cTn>
                              </p:par>
                            </p:childTnLst>
                          </p:cTn>
                        </p:par>
                        <p:par>
                          <p:cTn id="47" fill="hold">
                            <p:stCondLst>
                              <p:cond delay="750"/>
                            </p:stCondLst>
                            <p:childTnLst>
                              <p:par>
                                <p:cTn id="48" presetID="42" presetClass="path" presetSubtype="0" accel="50000" decel="50000" fill="hold" grpId="2" nodeType="afterEffect">
                                  <p:stCondLst>
                                    <p:cond delay="0"/>
                                  </p:stCondLst>
                                  <p:childTnLst>
                                    <p:animMotion origin="layout" path="M -0.00013 0.03588 L -0.00013 0.16505 " pathEditMode="relative" rAng="0" ptsTypes="AA">
                                      <p:cBhvr>
                                        <p:cTn id="49" dur="250" fill="hold"/>
                                        <p:tgtEl>
                                          <p:spTgt spid="209"/>
                                        </p:tgtEl>
                                        <p:attrNameLst>
                                          <p:attrName>ppt_x</p:attrName>
                                          <p:attrName>ppt_y</p:attrName>
                                        </p:attrNameLst>
                                      </p:cBhvr>
                                      <p:rCtr x="0" y="6458"/>
                                    </p:animMotion>
                                  </p:childTnLst>
                                </p:cTn>
                              </p:par>
                            </p:childTnLst>
                          </p:cTn>
                        </p:par>
                        <p:par>
                          <p:cTn id="50" fill="hold">
                            <p:stCondLst>
                              <p:cond delay="1000"/>
                            </p:stCondLst>
                            <p:childTnLst>
                              <p:par>
                                <p:cTn id="51" presetID="7" presetClass="emph" presetSubtype="2" fill="hold" nodeType="afterEffect">
                                  <p:stCondLst>
                                    <p:cond delay="0"/>
                                  </p:stCondLst>
                                  <p:childTnLst>
                                    <p:animClr clrSpc="rgb" dir="cw">
                                      <p:cBhvr>
                                        <p:cTn id="52" dur="500" fill="hold"/>
                                        <p:tgtEl>
                                          <p:spTgt spid="45"/>
                                        </p:tgtEl>
                                        <p:attrNameLst>
                                          <p:attrName>stroke.color</p:attrName>
                                        </p:attrNameLst>
                                      </p:cBhvr>
                                      <p:to>
                                        <a:srgbClr val="F3F3F3"/>
                                      </p:to>
                                    </p:animClr>
                                    <p:set>
                                      <p:cBhvr>
                                        <p:cTn id="53" dur="500" fill="hold"/>
                                        <p:tgtEl>
                                          <p:spTgt spid="45"/>
                                        </p:tgtEl>
                                        <p:attrNameLst>
                                          <p:attrName>stroke.on</p:attrName>
                                        </p:attrNameLst>
                                      </p:cBhvr>
                                      <p:to>
                                        <p:strVal val="true"/>
                                      </p:to>
                                    </p:set>
                                  </p:childTnLst>
                                </p:cTn>
                              </p:par>
                              <p:par>
                                <p:cTn id="54" presetID="7" presetClass="emph" presetSubtype="2" fill="hold" nodeType="withEffect">
                                  <p:stCondLst>
                                    <p:cond delay="0"/>
                                  </p:stCondLst>
                                  <p:childTnLst>
                                    <p:animClr clrSpc="rgb" dir="cw">
                                      <p:cBhvr>
                                        <p:cTn id="55" dur="500" fill="hold"/>
                                        <p:tgtEl>
                                          <p:spTgt spid="43"/>
                                        </p:tgtEl>
                                        <p:attrNameLst>
                                          <p:attrName>stroke.color</p:attrName>
                                        </p:attrNameLst>
                                      </p:cBhvr>
                                      <p:to>
                                        <a:srgbClr val="F3F3F3"/>
                                      </p:to>
                                    </p:animClr>
                                    <p:set>
                                      <p:cBhvr>
                                        <p:cTn id="56" dur="500" fill="hold"/>
                                        <p:tgtEl>
                                          <p:spTgt spid="43"/>
                                        </p:tgtEl>
                                        <p:attrNameLst>
                                          <p:attrName>stroke.on</p:attrName>
                                        </p:attrNameLst>
                                      </p:cBhvr>
                                      <p:to>
                                        <p:strVal val="true"/>
                                      </p:to>
                                    </p:set>
                                  </p:childTnLst>
                                </p:cTn>
                              </p:par>
                              <p:par>
                                <p:cTn id="57" presetID="7" presetClass="emph" presetSubtype="2" fill="hold" nodeType="withEffect">
                                  <p:stCondLst>
                                    <p:cond delay="0"/>
                                  </p:stCondLst>
                                  <p:childTnLst>
                                    <p:animClr clrSpc="rgb" dir="cw">
                                      <p:cBhvr>
                                        <p:cTn id="58" dur="500" fill="hold"/>
                                        <p:tgtEl>
                                          <p:spTgt spid="46"/>
                                        </p:tgtEl>
                                        <p:attrNameLst>
                                          <p:attrName>stroke.color</p:attrName>
                                        </p:attrNameLst>
                                      </p:cBhvr>
                                      <p:to>
                                        <a:srgbClr val="F3F3F3"/>
                                      </p:to>
                                    </p:animClr>
                                    <p:set>
                                      <p:cBhvr>
                                        <p:cTn id="59" dur="500" fill="hold"/>
                                        <p:tgtEl>
                                          <p:spTgt spid="46"/>
                                        </p:tgtEl>
                                        <p:attrNameLst>
                                          <p:attrName>stroke.on</p:attrName>
                                        </p:attrNameLst>
                                      </p:cBhvr>
                                      <p:to>
                                        <p:strVal val="true"/>
                                      </p:to>
                                    </p:set>
                                  </p:childTnLst>
                                </p:cTn>
                              </p:par>
                            </p:childTnLst>
                          </p:cTn>
                        </p:par>
                        <p:par>
                          <p:cTn id="60" fill="hold">
                            <p:stCondLst>
                              <p:cond delay="1500"/>
                            </p:stCondLst>
                            <p:childTnLst>
                              <p:par>
                                <p:cTn id="61" presetID="42" presetClass="path" presetSubtype="0" accel="50000" decel="50000" fill="hold" grpId="3" nodeType="afterEffect">
                                  <p:stCondLst>
                                    <p:cond delay="0"/>
                                  </p:stCondLst>
                                  <p:childTnLst>
                                    <p:animMotion origin="layout" path="M -0.00013 0.16505 L 0.00013 0.29514 " pathEditMode="relative" rAng="0" ptsTypes="AA">
                                      <p:cBhvr>
                                        <p:cTn id="62" dur="250" fill="hold"/>
                                        <p:tgtEl>
                                          <p:spTgt spid="209"/>
                                        </p:tgtEl>
                                        <p:attrNameLst>
                                          <p:attrName>ppt_x</p:attrName>
                                          <p:attrName>ppt_y</p:attrName>
                                        </p:attrNameLst>
                                      </p:cBhvr>
                                      <p:rCtr x="13" y="6505"/>
                                    </p:animMotion>
                                  </p:childTnLst>
                                </p:cTn>
                              </p:par>
                            </p:childTnLst>
                          </p:cTn>
                        </p:par>
                        <p:par>
                          <p:cTn id="63" fill="hold">
                            <p:stCondLst>
                              <p:cond delay="1750"/>
                            </p:stCondLst>
                            <p:childTnLst>
                              <p:par>
                                <p:cTn id="64" presetID="7" presetClass="emph" presetSubtype="2" fill="hold" nodeType="afterEffect">
                                  <p:stCondLst>
                                    <p:cond delay="0"/>
                                  </p:stCondLst>
                                  <p:childTnLst>
                                    <p:animClr clrSpc="rgb" dir="cw">
                                      <p:cBhvr>
                                        <p:cTn id="65" dur="500" fill="hold"/>
                                        <p:tgtEl>
                                          <p:spTgt spid="56"/>
                                        </p:tgtEl>
                                        <p:attrNameLst>
                                          <p:attrName>stroke.color</p:attrName>
                                        </p:attrNameLst>
                                      </p:cBhvr>
                                      <p:to>
                                        <a:srgbClr val="ADADAD"/>
                                      </p:to>
                                    </p:animClr>
                                    <p:set>
                                      <p:cBhvr>
                                        <p:cTn id="66" dur="500" fill="hold"/>
                                        <p:tgtEl>
                                          <p:spTgt spid="56"/>
                                        </p:tgtEl>
                                        <p:attrNameLst>
                                          <p:attrName>stroke.on</p:attrName>
                                        </p:attrNameLst>
                                      </p:cBhvr>
                                      <p:to>
                                        <p:strVal val="true"/>
                                      </p:to>
                                    </p:set>
                                  </p:childTnLst>
                                </p:cTn>
                              </p:par>
                              <p:par>
                                <p:cTn id="67" presetID="7" presetClass="emph" presetSubtype="2" fill="hold" nodeType="withEffect">
                                  <p:stCondLst>
                                    <p:cond delay="0"/>
                                  </p:stCondLst>
                                  <p:childTnLst>
                                    <p:animClr clrSpc="rgb" dir="cw">
                                      <p:cBhvr>
                                        <p:cTn id="68" dur="500" fill="hold"/>
                                        <p:tgtEl>
                                          <p:spTgt spid="55"/>
                                        </p:tgtEl>
                                        <p:attrNameLst>
                                          <p:attrName>stroke.color</p:attrName>
                                        </p:attrNameLst>
                                      </p:cBhvr>
                                      <p:to>
                                        <a:srgbClr val="D3D3D3"/>
                                      </p:to>
                                    </p:animClr>
                                    <p:set>
                                      <p:cBhvr>
                                        <p:cTn id="69" dur="500" fill="hold"/>
                                        <p:tgtEl>
                                          <p:spTgt spid="55"/>
                                        </p:tgtEl>
                                        <p:attrNameLst>
                                          <p:attrName>stroke.on</p:attrName>
                                        </p:attrNameLst>
                                      </p:cBhvr>
                                      <p:to>
                                        <p:strVal val="true"/>
                                      </p:to>
                                    </p:set>
                                  </p:childTnLst>
                                </p:cTn>
                              </p:par>
                              <p:par>
                                <p:cTn id="70" presetID="7" presetClass="emph" presetSubtype="2" fill="hold" nodeType="withEffect">
                                  <p:stCondLst>
                                    <p:cond delay="0"/>
                                  </p:stCondLst>
                                  <p:childTnLst>
                                    <p:animClr clrSpc="rgb" dir="cw">
                                      <p:cBhvr>
                                        <p:cTn id="71" dur="500" fill="hold"/>
                                        <p:tgtEl>
                                          <p:spTgt spid="49"/>
                                        </p:tgtEl>
                                        <p:attrNameLst>
                                          <p:attrName>stroke.color</p:attrName>
                                        </p:attrNameLst>
                                      </p:cBhvr>
                                      <p:to>
                                        <a:srgbClr val="F3F3F3"/>
                                      </p:to>
                                    </p:animClr>
                                    <p:set>
                                      <p:cBhvr>
                                        <p:cTn id="72" dur="500" fill="hold"/>
                                        <p:tgtEl>
                                          <p:spTgt spid="49"/>
                                        </p:tgtEl>
                                        <p:attrNameLst>
                                          <p:attrName>stroke.on</p:attrName>
                                        </p:attrNameLst>
                                      </p:cBhvr>
                                      <p:to>
                                        <p:strVal val="true"/>
                                      </p:to>
                                    </p:set>
                                  </p:childTnLst>
                                </p:cTn>
                              </p:par>
                              <p:par>
                                <p:cTn id="73" presetID="7" presetClass="emph" presetSubtype="2" fill="hold" nodeType="withEffect">
                                  <p:stCondLst>
                                    <p:cond delay="0"/>
                                  </p:stCondLst>
                                  <p:childTnLst>
                                    <p:animClr clrSpc="rgb" dir="cw">
                                      <p:cBhvr>
                                        <p:cTn id="74" dur="500" fill="hold"/>
                                        <p:tgtEl>
                                          <p:spTgt spid="50"/>
                                        </p:tgtEl>
                                        <p:attrNameLst>
                                          <p:attrName>stroke.color</p:attrName>
                                        </p:attrNameLst>
                                      </p:cBhvr>
                                      <p:to>
                                        <a:srgbClr val="F3F3F3"/>
                                      </p:to>
                                    </p:animClr>
                                    <p:set>
                                      <p:cBhvr>
                                        <p:cTn id="75" dur="500" fill="hold"/>
                                        <p:tgtEl>
                                          <p:spTgt spid="50"/>
                                        </p:tgtEl>
                                        <p:attrNameLst>
                                          <p:attrName>stroke.on</p:attrName>
                                        </p:attrNameLst>
                                      </p:cBhvr>
                                      <p:to>
                                        <p:strVal val="true"/>
                                      </p:to>
                                    </p:set>
                                  </p:childTnLst>
                                </p:cTn>
                              </p:par>
                              <p:par>
                                <p:cTn id="76" presetID="7" presetClass="emph" presetSubtype="2" fill="hold" nodeType="withEffect">
                                  <p:stCondLst>
                                    <p:cond delay="0"/>
                                  </p:stCondLst>
                                  <p:childTnLst>
                                    <p:animClr clrSpc="rgb" dir="cw">
                                      <p:cBhvr>
                                        <p:cTn id="77" dur="500" fill="hold"/>
                                        <p:tgtEl>
                                          <p:spTgt spid="54"/>
                                        </p:tgtEl>
                                        <p:attrNameLst>
                                          <p:attrName>stroke.color</p:attrName>
                                        </p:attrNameLst>
                                      </p:cBhvr>
                                      <p:to>
                                        <a:srgbClr val="F3F3F3"/>
                                      </p:to>
                                    </p:animClr>
                                    <p:set>
                                      <p:cBhvr>
                                        <p:cTn id="78" dur="500" fill="hold"/>
                                        <p:tgtEl>
                                          <p:spTgt spid="54"/>
                                        </p:tgtEl>
                                        <p:attrNameLst>
                                          <p:attrName>stroke.on</p:attrName>
                                        </p:attrNameLst>
                                      </p:cBhvr>
                                      <p:to>
                                        <p:strVal val="true"/>
                                      </p:to>
                                    </p:set>
                                  </p:childTnLst>
                                </p:cTn>
                              </p:par>
                            </p:childTnLst>
                          </p:cTn>
                        </p:par>
                        <p:par>
                          <p:cTn id="79" fill="hold">
                            <p:stCondLst>
                              <p:cond delay="2250"/>
                            </p:stCondLst>
                            <p:childTnLst>
                              <p:par>
                                <p:cTn id="80" presetID="42" presetClass="path" presetSubtype="0" accel="50000" decel="50000" fill="hold" grpId="4" nodeType="afterEffect">
                                  <p:stCondLst>
                                    <p:cond delay="0"/>
                                  </p:stCondLst>
                                  <p:childTnLst>
                                    <p:animMotion origin="layout" path="M 0.00013 0.29514 L 0.00092 0.32755 " pathEditMode="relative" rAng="0" ptsTypes="AA">
                                      <p:cBhvr>
                                        <p:cTn id="81" dur="250" fill="hold"/>
                                        <p:tgtEl>
                                          <p:spTgt spid="209"/>
                                        </p:tgtEl>
                                        <p:attrNameLst>
                                          <p:attrName>ppt_x</p:attrName>
                                          <p:attrName>ppt_y</p:attrName>
                                        </p:attrNameLst>
                                      </p:cBhvr>
                                      <p:rCtr x="39" y="1620"/>
                                    </p:animMotion>
                                  </p:childTnLst>
                                </p:cTn>
                              </p:par>
                            </p:childTnLst>
                          </p:cTn>
                        </p:par>
                        <p:par>
                          <p:cTn id="82" fill="hold">
                            <p:stCondLst>
                              <p:cond delay="2500"/>
                            </p:stCondLst>
                            <p:childTnLst>
                              <p:par>
                                <p:cTn id="83" presetID="7" presetClass="emph" presetSubtype="2" fill="hold" nodeType="afterEffect">
                                  <p:stCondLst>
                                    <p:cond delay="0"/>
                                  </p:stCondLst>
                                  <p:childTnLst>
                                    <p:animClr clrSpc="rgb" dir="cw">
                                      <p:cBhvr>
                                        <p:cTn id="84" dur="500" fill="hold"/>
                                        <p:tgtEl>
                                          <p:spTgt spid="61"/>
                                        </p:tgtEl>
                                        <p:attrNameLst>
                                          <p:attrName>stroke.color</p:attrName>
                                        </p:attrNameLst>
                                      </p:cBhvr>
                                      <p:to>
                                        <a:srgbClr val="F3F3F3"/>
                                      </p:to>
                                    </p:animClr>
                                    <p:set>
                                      <p:cBhvr>
                                        <p:cTn id="85" dur="500" fill="hold"/>
                                        <p:tgtEl>
                                          <p:spTgt spid="61"/>
                                        </p:tgtEl>
                                        <p:attrNameLst>
                                          <p:attrName>stroke.on</p:attrName>
                                        </p:attrNameLst>
                                      </p:cBhvr>
                                      <p:to>
                                        <p:strVal val="true"/>
                                      </p:to>
                                    </p:set>
                                  </p:childTnLst>
                                </p:cTn>
                              </p:par>
                              <p:par>
                                <p:cTn id="86" presetID="7" presetClass="emph" presetSubtype="2" fill="hold" nodeType="withEffect">
                                  <p:stCondLst>
                                    <p:cond delay="0"/>
                                  </p:stCondLst>
                                  <p:childTnLst>
                                    <p:animClr clrSpc="rgb" dir="cw">
                                      <p:cBhvr>
                                        <p:cTn id="87" dur="500" fill="hold"/>
                                        <p:tgtEl>
                                          <p:spTgt spid="62"/>
                                        </p:tgtEl>
                                        <p:attrNameLst>
                                          <p:attrName>stroke.color</p:attrName>
                                        </p:attrNameLst>
                                      </p:cBhvr>
                                      <p:to>
                                        <a:srgbClr val="F3F3F3"/>
                                      </p:to>
                                    </p:animClr>
                                    <p:set>
                                      <p:cBhvr>
                                        <p:cTn id="88" dur="500" fill="hold"/>
                                        <p:tgtEl>
                                          <p:spTgt spid="62"/>
                                        </p:tgtEl>
                                        <p:attrNameLst>
                                          <p:attrName>stroke.on</p:attrName>
                                        </p:attrNameLst>
                                      </p:cBhvr>
                                      <p:to>
                                        <p:strVal val="true"/>
                                      </p:to>
                                    </p:set>
                                  </p:childTnLst>
                                </p:cTn>
                              </p:par>
                            </p:childTnLst>
                          </p:cTn>
                        </p:par>
                        <p:par>
                          <p:cTn id="89" fill="hold">
                            <p:stCondLst>
                              <p:cond delay="3000"/>
                            </p:stCondLst>
                            <p:childTnLst>
                              <p:par>
                                <p:cTn id="90" presetID="42" presetClass="path" presetSubtype="0" accel="50000" decel="50000" fill="hold" grpId="5" nodeType="afterEffect">
                                  <p:stCondLst>
                                    <p:cond delay="0"/>
                                  </p:stCondLst>
                                  <p:childTnLst>
                                    <p:animMotion origin="layout" path="M 0.00092 0.32755 L 0.00118 0.36088 " pathEditMode="relative" rAng="0" ptsTypes="AA">
                                      <p:cBhvr>
                                        <p:cTn id="91" dur="250" fill="hold"/>
                                        <p:tgtEl>
                                          <p:spTgt spid="209"/>
                                        </p:tgtEl>
                                        <p:attrNameLst>
                                          <p:attrName>ppt_x</p:attrName>
                                          <p:attrName>ppt_y</p:attrName>
                                        </p:attrNameLst>
                                      </p:cBhvr>
                                      <p:rCtr x="13" y="1667"/>
                                    </p:animMotion>
                                  </p:childTnLst>
                                </p:cTn>
                              </p:par>
                            </p:childTnLst>
                          </p:cTn>
                        </p:par>
                        <p:par>
                          <p:cTn id="92" fill="hold">
                            <p:stCondLst>
                              <p:cond delay="3250"/>
                            </p:stCondLst>
                            <p:childTnLst>
                              <p:par>
                                <p:cTn id="93" presetID="7" presetClass="emph" presetSubtype="2" fill="hold" nodeType="afterEffect">
                                  <p:stCondLst>
                                    <p:cond delay="0"/>
                                  </p:stCondLst>
                                  <p:childTnLst>
                                    <p:animClr clrSpc="rgb" dir="cw">
                                      <p:cBhvr>
                                        <p:cTn id="94" dur="500" fill="hold"/>
                                        <p:tgtEl>
                                          <p:spTgt spid="66"/>
                                        </p:tgtEl>
                                        <p:attrNameLst>
                                          <p:attrName>stroke.color</p:attrName>
                                        </p:attrNameLst>
                                      </p:cBhvr>
                                      <p:to>
                                        <a:srgbClr val="868686"/>
                                      </p:to>
                                    </p:animClr>
                                    <p:set>
                                      <p:cBhvr>
                                        <p:cTn id="95" dur="500" fill="hold"/>
                                        <p:tgtEl>
                                          <p:spTgt spid="66"/>
                                        </p:tgtEl>
                                        <p:attrNameLst>
                                          <p:attrName>stroke.on</p:attrName>
                                        </p:attrNameLst>
                                      </p:cBhvr>
                                      <p:to>
                                        <p:strVal val="true"/>
                                      </p:to>
                                    </p:set>
                                  </p:childTnLst>
                                </p:cTn>
                              </p:par>
                            </p:childTnLst>
                          </p:cTn>
                        </p:par>
                        <p:par>
                          <p:cTn id="96" fill="hold">
                            <p:stCondLst>
                              <p:cond delay="3750"/>
                            </p:stCondLst>
                            <p:childTnLst>
                              <p:par>
                                <p:cTn id="97" presetID="42" presetClass="path" presetSubtype="0" accel="50000" decel="50000" fill="hold" grpId="6" nodeType="afterEffect">
                                  <p:stCondLst>
                                    <p:cond delay="0"/>
                                  </p:stCondLst>
                                  <p:childTnLst>
                                    <p:animMotion origin="layout" path="M 0.00118 0.36088 L 0.00052 0.45857 " pathEditMode="relative" rAng="0" ptsTypes="AA">
                                      <p:cBhvr>
                                        <p:cTn id="98" dur="250" fill="hold"/>
                                        <p:tgtEl>
                                          <p:spTgt spid="209"/>
                                        </p:tgtEl>
                                        <p:attrNameLst>
                                          <p:attrName>ppt_x</p:attrName>
                                          <p:attrName>ppt_y</p:attrName>
                                        </p:attrNameLst>
                                      </p:cBhvr>
                                      <p:rCtr x="-39" y="4884"/>
                                    </p:animMotion>
                                  </p:childTnLst>
                                </p:cTn>
                              </p:par>
                            </p:childTnLst>
                          </p:cTn>
                        </p:par>
                        <p:par>
                          <p:cTn id="99" fill="hold">
                            <p:stCondLst>
                              <p:cond delay="4000"/>
                            </p:stCondLst>
                            <p:childTnLst>
                              <p:par>
                                <p:cTn id="100" presetID="7" presetClass="emph" presetSubtype="2" fill="hold" nodeType="afterEffect">
                                  <p:stCondLst>
                                    <p:cond delay="0"/>
                                  </p:stCondLst>
                                  <p:childTnLst>
                                    <p:animClr clrSpc="rgb" dir="cw">
                                      <p:cBhvr>
                                        <p:cTn id="101" dur="500" fill="hold"/>
                                        <p:tgtEl>
                                          <p:spTgt spid="33"/>
                                        </p:tgtEl>
                                        <p:attrNameLst>
                                          <p:attrName>stroke.color</p:attrName>
                                        </p:attrNameLst>
                                      </p:cBhvr>
                                      <p:to>
                                        <a:srgbClr val="D3D3D3"/>
                                      </p:to>
                                    </p:animClr>
                                    <p:set>
                                      <p:cBhvr>
                                        <p:cTn id="102" dur="500" fill="hold"/>
                                        <p:tgtEl>
                                          <p:spTgt spid="33"/>
                                        </p:tgtEl>
                                        <p:attrNameLst>
                                          <p:attrName>stroke.on</p:attrName>
                                        </p:attrNameLst>
                                      </p:cBhvr>
                                      <p:to>
                                        <p:strVal val="true"/>
                                      </p:to>
                                    </p:set>
                                  </p:childTnLst>
                                </p:cTn>
                              </p:par>
                            </p:childTnLst>
                          </p:cTn>
                        </p:par>
                        <p:par>
                          <p:cTn id="103" fill="hold">
                            <p:stCondLst>
                              <p:cond delay="4500"/>
                            </p:stCondLst>
                            <p:childTnLst>
                              <p:par>
                                <p:cTn id="104" presetID="42" presetClass="path" presetSubtype="0" accel="50000" decel="50000" fill="hold" grpId="7" nodeType="afterEffect">
                                  <p:stCondLst>
                                    <p:cond delay="0"/>
                                  </p:stCondLst>
                                  <p:childTnLst>
                                    <p:animMotion origin="layout" path="M 0.00052 0.45857 L 0.00013 0.48797 " pathEditMode="relative" rAng="0" ptsTypes="AA">
                                      <p:cBhvr>
                                        <p:cTn id="105" dur="250" fill="hold"/>
                                        <p:tgtEl>
                                          <p:spTgt spid="209"/>
                                        </p:tgtEl>
                                        <p:attrNameLst>
                                          <p:attrName>ppt_x</p:attrName>
                                          <p:attrName>ppt_y</p:attrName>
                                        </p:attrNameLst>
                                      </p:cBhvr>
                                      <p:rCtr x="-26" y="1458"/>
                                    </p:animMotion>
                                  </p:childTnLst>
                                </p:cTn>
                              </p:par>
                            </p:childTnLst>
                          </p:cTn>
                        </p:par>
                        <p:par>
                          <p:cTn id="106" fill="hold">
                            <p:stCondLst>
                              <p:cond delay="4750"/>
                            </p:stCondLst>
                            <p:childTnLst>
                              <p:par>
                                <p:cTn id="107" presetID="42" presetClass="path" presetSubtype="0" accel="50000" decel="50000" fill="hold" grpId="8" nodeType="afterEffect">
                                  <p:stCondLst>
                                    <p:cond delay="0"/>
                                  </p:stCondLst>
                                  <p:childTnLst>
                                    <p:animMotion origin="layout" path="M 0.00013 0.48797 L 0.00105 0.55648 " pathEditMode="relative" rAng="0" ptsTypes="AA">
                                      <p:cBhvr>
                                        <p:cTn id="108" dur="250" fill="hold"/>
                                        <p:tgtEl>
                                          <p:spTgt spid="209"/>
                                        </p:tgtEl>
                                        <p:attrNameLst>
                                          <p:attrName>ppt_x</p:attrName>
                                          <p:attrName>ppt_y</p:attrName>
                                        </p:attrNameLst>
                                      </p:cBhvr>
                                      <p:rCtr x="39" y="3426"/>
                                    </p:animMotion>
                                  </p:childTnLst>
                                </p:cTn>
                              </p:par>
                            </p:childTnLst>
                          </p:cTn>
                        </p:par>
                        <p:par>
                          <p:cTn id="109" fill="hold">
                            <p:stCondLst>
                              <p:cond delay="5000"/>
                            </p:stCondLst>
                            <p:childTnLst>
                              <p:par>
                                <p:cTn id="110" presetID="7" presetClass="emph" presetSubtype="2" fill="hold" nodeType="afterEffect">
                                  <p:stCondLst>
                                    <p:cond delay="0"/>
                                  </p:stCondLst>
                                  <p:childTnLst>
                                    <p:animClr clrSpc="rgb" dir="cw">
                                      <p:cBhvr>
                                        <p:cTn id="111" dur="500" fill="hold"/>
                                        <p:tgtEl>
                                          <p:spTgt spid="15"/>
                                        </p:tgtEl>
                                        <p:attrNameLst>
                                          <p:attrName>stroke.color</p:attrName>
                                        </p:attrNameLst>
                                      </p:cBhvr>
                                      <p:to>
                                        <a:srgbClr val="EDEDED"/>
                                      </p:to>
                                    </p:animClr>
                                    <p:set>
                                      <p:cBhvr>
                                        <p:cTn id="112" dur="500" fill="hold"/>
                                        <p:tgtEl>
                                          <p:spTgt spid="15"/>
                                        </p:tgtEl>
                                        <p:attrNameLst>
                                          <p:attrName>stroke.on</p:attrName>
                                        </p:attrNameLst>
                                      </p:cBhvr>
                                      <p:to>
                                        <p:strVal val="true"/>
                                      </p:to>
                                    </p:set>
                                  </p:childTnLst>
                                </p:cTn>
                              </p:par>
                              <p:par>
                                <p:cTn id="113" presetID="7" presetClass="emph" presetSubtype="2" fill="hold" nodeType="withEffect">
                                  <p:stCondLst>
                                    <p:cond delay="0"/>
                                  </p:stCondLst>
                                  <p:childTnLst>
                                    <p:animClr clrSpc="rgb" dir="cw">
                                      <p:cBhvr>
                                        <p:cTn id="114" dur="500" fill="hold"/>
                                        <p:tgtEl>
                                          <p:spTgt spid="57"/>
                                        </p:tgtEl>
                                        <p:attrNameLst>
                                          <p:attrName>stroke.color</p:attrName>
                                        </p:attrNameLst>
                                      </p:cBhvr>
                                      <p:to>
                                        <a:srgbClr val="EDEDED"/>
                                      </p:to>
                                    </p:animClr>
                                    <p:set>
                                      <p:cBhvr>
                                        <p:cTn id="115" dur="500" fill="hold"/>
                                        <p:tgtEl>
                                          <p:spTgt spid="57"/>
                                        </p:tgtEl>
                                        <p:attrNameLst>
                                          <p:attrName>stroke.on</p:attrName>
                                        </p:attrNameLst>
                                      </p:cBhvr>
                                      <p:to>
                                        <p:strVal val="true"/>
                                      </p:to>
                                    </p:set>
                                  </p:childTnLst>
                                </p:cTn>
                              </p:par>
                              <p:par>
                                <p:cTn id="116" presetID="7" presetClass="emph" presetSubtype="2" fill="hold" nodeType="withEffect">
                                  <p:stCondLst>
                                    <p:cond delay="0"/>
                                  </p:stCondLst>
                                  <p:childTnLst>
                                    <p:animClr clrSpc="rgb" dir="cw">
                                      <p:cBhvr>
                                        <p:cTn id="117" dur="500" fill="hold"/>
                                        <p:tgtEl>
                                          <p:spTgt spid="18"/>
                                        </p:tgtEl>
                                        <p:attrNameLst>
                                          <p:attrName>stroke.color</p:attrName>
                                        </p:attrNameLst>
                                      </p:cBhvr>
                                      <p:to>
                                        <a:srgbClr val="EDEDED"/>
                                      </p:to>
                                    </p:animClr>
                                    <p:set>
                                      <p:cBhvr>
                                        <p:cTn id="118" dur="500" fill="hold"/>
                                        <p:tgtEl>
                                          <p:spTgt spid="18"/>
                                        </p:tgtEl>
                                        <p:attrNameLst>
                                          <p:attrName>stroke.on</p:attrName>
                                        </p:attrNameLst>
                                      </p:cBhvr>
                                      <p:to>
                                        <p:strVal val="true"/>
                                      </p:to>
                                    </p:set>
                                  </p:childTnLst>
                                </p:cTn>
                              </p:par>
                              <p:par>
                                <p:cTn id="119" presetID="7" presetClass="emph" presetSubtype="2" fill="hold" nodeType="withEffect">
                                  <p:stCondLst>
                                    <p:cond delay="0"/>
                                  </p:stCondLst>
                                  <p:childTnLst>
                                    <p:animClr clrSpc="rgb" dir="cw">
                                      <p:cBhvr>
                                        <p:cTn id="120" dur="500" fill="hold"/>
                                        <p:tgtEl>
                                          <p:spTgt spid="17"/>
                                        </p:tgtEl>
                                        <p:attrNameLst>
                                          <p:attrName>stroke.color</p:attrName>
                                        </p:attrNameLst>
                                      </p:cBhvr>
                                      <p:to>
                                        <a:srgbClr val="EDEDED"/>
                                      </p:to>
                                    </p:animClr>
                                    <p:set>
                                      <p:cBhvr>
                                        <p:cTn id="121" dur="500" fill="hold"/>
                                        <p:tgtEl>
                                          <p:spTgt spid="17"/>
                                        </p:tgtEl>
                                        <p:attrNameLst>
                                          <p:attrName>stroke.on</p:attrName>
                                        </p:attrNameLst>
                                      </p:cBhvr>
                                      <p:to>
                                        <p:strVal val="true"/>
                                      </p:to>
                                    </p:set>
                                  </p:childTnLst>
                                </p:cTn>
                              </p:par>
                              <p:par>
                                <p:cTn id="122" presetID="7" presetClass="emph" presetSubtype="2" fill="hold" nodeType="withEffect">
                                  <p:stCondLst>
                                    <p:cond delay="0"/>
                                  </p:stCondLst>
                                  <p:childTnLst>
                                    <p:animClr clrSpc="rgb" dir="cw">
                                      <p:cBhvr>
                                        <p:cTn id="123" dur="500" fill="hold"/>
                                        <p:tgtEl>
                                          <p:spTgt spid="16"/>
                                        </p:tgtEl>
                                        <p:attrNameLst>
                                          <p:attrName>stroke.color</p:attrName>
                                        </p:attrNameLst>
                                      </p:cBhvr>
                                      <p:to>
                                        <a:srgbClr val="EDEDED"/>
                                      </p:to>
                                    </p:animClr>
                                    <p:set>
                                      <p:cBhvr>
                                        <p:cTn id="124" dur="500" fill="hold"/>
                                        <p:tgtEl>
                                          <p:spTgt spid="16"/>
                                        </p:tgtEl>
                                        <p:attrNameLst>
                                          <p:attrName>stroke.on</p:attrName>
                                        </p:attrNameLst>
                                      </p:cBhvr>
                                      <p:to>
                                        <p:strVal val="true"/>
                                      </p:to>
                                    </p:set>
                                  </p:childTnLst>
                                </p:cTn>
                              </p:par>
                              <p:par>
                                <p:cTn id="125" presetID="7" presetClass="emph" presetSubtype="2" fill="hold" nodeType="withEffect">
                                  <p:stCondLst>
                                    <p:cond delay="0"/>
                                  </p:stCondLst>
                                  <p:childTnLst>
                                    <p:animClr clrSpc="rgb" dir="cw">
                                      <p:cBhvr>
                                        <p:cTn id="126" dur="500" fill="hold"/>
                                        <p:tgtEl>
                                          <p:spTgt spid="242"/>
                                        </p:tgtEl>
                                        <p:attrNameLst>
                                          <p:attrName>stroke.color</p:attrName>
                                        </p:attrNameLst>
                                      </p:cBhvr>
                                      <p:to>
                                        <a:srgbClr val="EDEDED"/>
                                      </p:to>
                                    </p:animClr>
                                    <p:set>
                                      <p:cBhvr>
                                        <p:cTn id="127" dur="500" fill="hold"/>
                                        <p:tgtEl>
                                          <p:spTgt spid="242"/>
                                        </p:tgtEl>
                                        <p:attrNameLst>
                                          <p:attrName>stroke.on</p:attrName>
                                        </p:attrNameLst>
                                      </p:cBhvr>
                                      <p:to>
                                        <p:strVal val="true"/>
                                      </p:to>
                                    </p:set>
                                  </p:childTnLst>
                                </p:cTn>
                              </p:par>
                              <p:par>
                                <p:cTn id="128" presetID="7" presetClass="emph" presetSubtype="2" fill="hold" nodeType="withEffect">
                                  <p:stCondLst>
                                    <p:cond delay="0"/>
                                  </p:stCondLst>
                                  <p:childTnLst>
                                    <p:animClr clrSpc="rgb" dir="cw">
                                      <p:cBhvr>
                                        <p:cTn id="129" dur="500" fill="hold"/>
                                        <p:tgtEl>
                                          <p:spTgt spid="240"/>
                                        </p:tgtEl>
                                        <p:attrNameLst>
                                          <p:attrName>stroke.color</p:attrName>
                                        </p:attrNameLst>
                                      </p:cBhvr>
                                      <p:to>
                                        <a:srgbClr val="EDEDED"/>
                                      </p:to>
                                    </p:animClr>
                                    <p:set>
                                      <p:cBhvr>
                                        <p:cTn id="130" dur="500" fill="hold"/>
                                        <p:tgtEl>
                                          <p:spTgt spid="240"/>
                                        </p:tgtEl>
                                        <p:attrNameLst>
                                          <p:attrName>stroke.on</p:attrName>
                                        </p:attrNameLst>
                                      </p:cBhvr>
                                      <p:to>
                                        <p:strVal val="true"/>
                                      </p:to>
                                    </p:set>
                                  </p:childTnLst>
                                </p:cTn>
                              </p:par>
                              <p:par>
                                <p:cTn id="131" presetID="7" presetClass="emph" presetSubtype="2" fill="hold" nodeType="withEffect">
                                  <p:stCondLst>
                                    <p:cond delay="0"/>
                                  </p:stCondLst>
                                  <p:childTnLst>
                                    <p:animClr clrSpc="rgb" dir="cw">
                                      <p:cBhvr>
                                        <p:cTn id="132" dur="500" fill="hold"/>
                                        <p:tgtEl>
                                          <p:spTgt spid="238"/>
                                        </p:tgtEl>
                                        <p:attrNameLst>
                                          <p:attrName>stroke.color</p:attrName>
                                        </p:attrNameLst>
                                      </p:cBhvr>
                                      <p:to>
                                        <a:srgbClr val="EDEDED"/>
                                      </p:to>
                                    </p:animClr>
                                    <p:set>
                                      <p:cBhvr>
                                        <p:cTn id="133" dur="500" fill="hold"/>
                                        <p:tgtEl>
                                          <p:spTgt spid="238"/>
                                        </p:tgtEl>
                                        <p:attrNameLst>
                                          <p:attrName>stroke.on</p:attrName>
                                        </p:attrNameLst>
                                      </p:cBhvr>
                                      <p:to>
                                        <p:strVal val="true"/>
                                      </p:to>
                                    </p:set>
                                  </p:childTnLst>
                                </p:cTn>
                              </p:par>
                              <p:par>
                                <p:cTn id="134" presetID="7" presetClass="emph" presetSubtype="2" fill="hold" nodeType="withEffect">
                                  <p:stCondLst>
                                    <p:cond delay="0"/>
                                  </p:stCondLst>
                                  <p:childTnLst>
                                    <p:animClr clrSpc="rgb" dir="cw">
                                      <p:cBhvr>
                                        <p:cTn id="135" dur="500" fill="hold"/>
                                        <p:tgtEl>
                                          <p:spTgt spid="236"/>
                                        </p:tgtEl>
                                        <p:attrNameLst>
                                          <p:attrName>stroke.color</p:attrName>
                                        </p:attrNameLst>
                                      </p:cBhvr>
                                      <p:to>
                                        <a:srgbClr val="EDEDED"/>
                                      </p:to>
                                    </p:animClr>
                                    <p:set>
                                      <p:cBhvr>
                                        <p:cTn id="136" dur="500" fill="hold"/>
                                        <p:tgtEl>
                                          <p:spTgt spid="236"/>
                                        </p:tgtEl>
                                        <p:attrNameLst>
                                          <p:attrName>stroke.on</p:attrName>
                                        </p:attrNameLst>
                                      </p:cBhvr>
                                      <p:to>
                                        <p:strVal val="true"/>
                                      </p:to>
                                    </p:set>
                                  </p:childTnLst>
                                </p:cTn>
                              </p:par>
                              <p:par>
                                <p:cTn id="137" presetID="7" presetClass="emph" presetSubtype="2" fill="hold" nodeType="withEffect">
                                  <p:stCondLst>
                                    <p:cond delay="0"/>
                                  </p:stCondLst>
                                  <p:childTnLst>
                                    <p:animClr clrSpc="rgb" dir="cw">
                                      <p:cBhvr>
                                        <p:cTn id="138" dur="500" fill="hold"/>
                                        <p:tgtEl>
                                          <p:spTgt spid="234"/>
                                        </p:tgtEl>
                                        <p:attrNameLst>
                                          <p:attrName>stroke.color</p:attrName>
                                        </p:attrNameLst>
                                      </p:cBhvr>
                                      <p:to>
                                        <a:srgbClr val="EDEDED"/>
                                      </p:to>
                                    </p:animClr>
                                    <p:set>
                                      <p:cBhvr>
                                        <p:cTn id="139" dur="500" fill="hold"/>
                                        <p:tgtEl>
                                          <p:spTgt spid="234"/>
                                        </p:tgtEl>
                                        <p:attrNameLst>
                                          <p:attrName>stroke.on</p:attrName>
                                        </p:attrNameLst>
                                      </p:cBhvr>
                                      <p:to>
                                        <p:strVal val="true"/>
                                      </p:to>
                                    </p:set>
                                  </p:childTnLst>
                                </p:cTn>
                              </p:par>
                              <p:par>
                                <p:cTn id="140" presetID="7" presetClass="emph" presetSubtype="2" fill="hold" nodeType="withEffect">
                                  <p:stCondLst>
                                    <p:cond delay="0"/>
                                  </p:stCondLst>
                                  <p:childTnLst>
                                    <p:animClr clrSpc="rgb" dir="cw">
                                      <p:cBhvr>
                                        <p:cTn id="141" dur="500" fill="hold"/>
                                        <p:tgtEl>
                                          <p:spTgt spid="230"/>
                                        </p:tgtEl>
                                        <p:attrNameLst>
                                          <p:attrName>stroke.color</p:attrName>
                                        </p:attrNameLst>
                                      </p:cBhvr>
                                      <p:to>
                                        <a:srgbClr val="EDEDED"/>
                                      </p:to>
                                    </p:animClr>
                                    <p:set>
                                      <p:cBhvr>
                                        <p:cTn id="142" dur="500" fill="hold"/>
                                        <p:tgtEl>
                                          <p:spTgt spid="230"/>
                                        </p:tgtEl>
                                        <p:attrNameLst>
                                          <p:attrName>stroke.on</p:attrName>
                                        </p:attrNameLst>
                                      </p:cBhvr>
                                      <p:to>
                                        <p:strVal val="true"/>
                                      </p:to>
                                    </p:set>
                                  </p:childTnLst>
                                </p:cTn>
                              </p:par>
                              <p:par>
                                <p:cTn id="143" presetID="7" presetClass="emph" presetSubtype="2" fill="hold" nodeType="withEffect">
                                  <p:stCondLst>
                                    <p:cond delay="0"/>
                                  </p:stCondLst>
                                  <p:childTnLst>
                                    <p:animClr clrSpc="rgb" dir="cw">
                                      <p:cBhvr>
                                        <p:cTn id="144" dur="500" fill="hold"/>
                                        <p:tgtEl>
                                          <p:spTgt spid="19"/>
                                        </p:tgtEl>
                                        <p:attrNameLst>
                                          <p:attrName>stroke.color</p:attrName>
                                        </p:attrNameLst>
                                      </p:cBhvr>
                                      <p:to>
                                        <a:srgbClr val="EDEDED"/>
                                      </p:to>
                                    </p:animClr>
                                    <p:set>
                                      <p:cBhvr>
                                        <p:cTn id="145" dur="500" fill="hold"/>
                                        <p:tgtEl>
                                          <p:spTgt spid="19"/>
                                        </p:tgtEl>
                                        <p:attrNameLst>
                                          <p:attrName>stroke.on</p:attrName>
                                        </p:attrNameLst>
                                      </p:cBhvr>
                                      <p:to>
                                        <p:strVal val="true"/>
                                      </p:to>
                                    </p:set>
                                  </p:childTnLst>
                                </p:cTn>
                              </p:par>
                              <p:par>
                                <p:cTn id="146" presetID="7" presetClass="emph" presetSubtype="2" fill="hold" nodeType="withEffect">
                                  <p:stCondLst>
                                    <p:cond delay="0"/>
                                  </p:stCondLst>
                                  <p:childTnLst>
                                    <p:animClr clrSpc="rgb" dir="cw">
                                      <p:cBhvr>
                                        <p:cTn id="147" dur="500" fill="hold"/>
                                        <p:tgtEl>
                                          <p:spTgt spid="232"/>
                                        </p:tgtEl>
                                        <p:attrNameLst>
                                          <p:attrName>stroke.color</p:attrName>
                                        </p:attrNameLst>
                                      </p:cBhvr>
                                      <p:to>
                                        <a:srgbClr val="EDEDED"/>
                                      </p:to>
                                    </p:animClr>
                                    <p:set>
                                      <p:cBhvr>
                                        <p:cTn id="148" dur="500" fill="hold"/>
                                        <p:tgtEl>
                                          <p:spTgt spid="232"/>
                                        </p:tgtEl>
                                        <p:attrNameLst>
                                          <p:attrName>stroke.on</p:attrName>
                                        </p:attrNameLst>
                                      </p:cBhvr>
                                      <p:to>
                                        <p:strVal val="true"/>
                                      </p:to>
                                    </p:set>
                                  </p:childTnLst>
                                </p:cTn>
                              </p:par>
                            </p:childTnLst>
                          </p:cTn>
                        </p:par>
                        <p:par>
                          <p:cTn id="149" fill="hold">
                            <p:stCondLst>
                              <p:cond delay="5500"/>
                            </p:stCondLst>
                            <p:childTnLst>
                              <p:par>
                                <p:cTn id="150" presetID="42" presetClass="path" presetSubtype="0" accel="50000" decel="50000" fill="hold" grpId="9" nodeType="afterEffect">
                                  <p:stCondLst>
                                    <p:cond delay="0"/>
                                  </p:stCondLst>
                                  <p:childTnLst>
                                    <p:animMotion origin="layout" path="M 0.00105 0.55648 L 0.00261 0.6213 " pathEditMode="relative" rAng="0" ptsTypes="AA">
                                      <p:cBhvr>
                                        <p:cTn id="151" dur="250" fill="hold"/>
                                        <p:tgtEl>
                                          <p:spTgt spid="209"/>
                                        </p:tgtEl>
                                        <p:attrNameLst>
                                          <p:attrName>ppt_x</p:attrName>
                                          <p:attrName>ppt_y</p:attrName>
                                        </p:attrNameLst>
                                      </p:cBhvr>
                                      <p:rCtr x="78" y="3241"/>
                                    </p:animMotion>
                                  </p:childTnLst>
                                </p:cTn>
                              </p:par>
                            </p:childTnLst>
                          </p:cTn>
                        </p:par>
                        <p:par>
                          <p:cTn id="152" fill="hold">
                            <p:stCondLst>
                              <p:cond delay="5750"/>
                            </p:stCondLst>
                            <p:childTnLst>
                              <p:par>
                                <p:cTn id="153" presetID="7" presetClass="emph" presetSubtype="2" fill="hold" nodeType="afterEffect">
                                  <p:stCondLst>
                                    <p:cond delay="0"/>
                                  </p:stCondLst>
                                  <p:childTnLst>
                                    <p:animClr clrSpc="rgb" dir="cw">
                                      <p:cBhvr>
                                        <p:cTn id="154" dur="500" fill="hold"/>
                                        <p:tgtEl>
                                          <p:spTgt spid="11"/>
                                        </p:tgtEl>
                                        <p:attrNameLst>
                                          <p:attrName>stroke.color</p:attrName>
                                        </p:attrNameLst>
                                      </p:cBhvr>
                                      <p:to>
                                        <a:srgbClr val="F3F3F3"/>
                                      </p:to>
                                    </p:animClr>
                                    <p:set>
                                      <p:cBhvr>
                                        <p:cTn id="155" dur="500" fill="hold"/>
                                        <p:tgtEl>
                                          <p:spTgt spid="11"/>
                                        </p:tgtEl>
                                        <p:attrNameLst>
                                          <p:attrName>stroke.on</p:attrName>
                                        </p:attrNameLst>
                                      </p:cBhvr>
                                      <p:to>
                                        <p:strVal val="true"/>
                                      </p:to>
                                    </p:set>
                                  </p:childTnLst>
                                </p:cTn>
                              </p:par>
                              <p:par>
                                <p:cTn id="156" presetID="7" presetClass="emph" presetSubtype="2" fill="hold" nodeType="withEffect">
                                  <p:stCondLst>
                                    <p:cond delay="0"/>
                                  </p:stCondLst>
                                  <p:childTnLst>
                                    <p:animClr clrSpc="rgb" dir="cw">
                                      <p:cBhvr>
                                        <p:cTn id="157" dur="500" fill="hold"/>
                                        <p:tgtEl>
                                          <p:spTgt spid="12"/>
                                        </p:tgtEl>
                                        <p:attrNameLst>
                                          <p:attrName>stroke.color</p:attrName>
                                        </p:attrNameLst>
                                      </p:cBhvr>
                                      <p:to>
                                        <a:srgbClr val="F3F3F3"/>
                                      </p:to>
                                    </p:animClr>
                                    <p:set>
                                      <p:cBhvr>
                                        <p:cTn id="158" dur="500" fill="hold"/>
                                        <p:tgtEl>
                                          <p:spTgt spid="12"/>
                                        </p:tgtEl>
                                        <p:attrNameLst>
                                          <p:attrName>stroke.on</p:attrName>
                                        </p:attrNameLst>
                                      </p:cBhvr>
                                      <p:to>
                                        <p:strVal val="true"/>
                                      </p:to>
                                    </p:set>
                                  </p:childTnLst>
                                </p:cTn>
                              </p:par>
                              <p:par>
                                <p:cTn id="159" presetID="7" presetClass="emph" presetSubtype="2" fill="hold" nodeType="withEffect">
                                  <p:stCondLst>
                                    <p:cond delay="0"/>
                                  </p:stCondLst>
                                  <p:childTnLst>
                                    <p:animClr clrSpc="rgb" dir="cw">
                                      <p:cBhvr>
                                        <p:cTn id="160" dur="500" fill="hold"/>
                                        <p:tgtEl>
                                          <p:spTgt spid="13"/>
                                        </p:tgtEl>
                                        <p:attrNameLst>
                                          <p:attrName>stroke.color</p:attrName>
                                        </p:attrNameLst>
                                      </p:cBhvr>
                                      <p:to>
                                        <a:srgbClr val="F3F3F3"/>
                                      </p:to>
                                    </p:animClr>
                                    <p:set>
                                      <p:cBhvr>
                                        <p:cTn id="161" dur="500" fill="hold"/>
                                        <p:tgtEl>
                                          <p:spTgt spid="13"/>
                                        </p:tgtEl>
                                        <p:attrNameLst>
                                          <p:attrName>stroke.on</p:attrName>
                                        </p:attrNameLst>
                                      </p:cBhvr>
                                      <p:to>
                                        <p:strVal val="true"/>
                                      </p:to>
                                    </p:set>
                                  </p:childTnLst>
                                </p:cTn>
                              </p:par>
                            </p:childTnLst>
                          </p:cTn>
                        </p:par>
                        <p:par>
                          <p:cTn id="162" fill="hold">
                            <p:stCondLst>
                              <p:cond delay="6250"/>
                            </p:stCondLst>
                            <p:childTnLst>
                              <p:par>
                                <p:cTn id="163" presetID="42" presetClass="path" presetSubtype="0" accel="50000" decel="50000" fill="hold" grpId="10" nodeType="afterEffect">
                                  <p:stCondLst>
                                    <p:cond delay="0"/>
                                  </p:stCondLst>
                                  <p:childTnLst>
                                    <p:animMotion origin="layout" path="M 0.00261 0.6213 L 0.00196 0.75278 " pathEditMode="relative" rAng="0" ptsTypes="AA">
                                      <p:cBhvr>
                                        <p:cTn id="164" dur="250" fill="hold"/>
                                        <p:tgtEl>
                                          <p:spTgt spid="209"/>
                                        </p:tgtEl>
                                        <p:attrNameLst>
                                          <p:attrName>ppt_x</p:attrName>
                                          <p:attrName>ppt_y</p:attrName>
                                        </p:attrNameLst>
                                      </p:cBhvr>
                                      <p:rCtr x="-39" y="6574"/>
                                    </p:animMotion>
                                  </p:childTnLst>
                                </p:cTn>
                              </p:par>
                            </p:childTnLst>
                          </p:cTn>
                        </p:par>
                        <p:par>
                          <p:cTn id="165" fill="hold">
                            <p:stCondLst>
                              <p:cond delay="6500"/>
                            </p:stCondLst>
                            <p:childTnLst>
                              <p:par>
                                <p:cTn id="166" presetID="7" presetClass="emph" presetSubtype="2" fill="hold" nodeType="afterEffect">
                                  <p:stCondLst>
                                    <p:cond delay="0"/>
                                  </p:stCondLst>
                                  <p:childTnLst>
                                    <p:animClr clrSpc="rgb" dir="cw">
                                      <p:cBhvr>
                                        <p:cTn id="167" dur="500" fill="hold"/>
                                        <p:tgtEl>
                                          <p:spTgt spid="68"/>
                                        </p:tgtEl>
                                        <p:attrNameLst>
                                          <p:attrName>stroke.color</p:attrName>
                                        </p:attrNameLst>
                                      </p:cBhvr>
                                      <p:to>
                                        <a:srgbClr val="F7F7F7"/>
                                      </p:to>
                                    </p:animClr>
                                    <p:set>
                                      <p:cBhvr>
                                        <p:cTn id="168" dur="500" fill="hold"/>
                                        <p:tgtEl>
                                          <p:spTgt spid="68"/>
                                        </p:tgtEl>
                                        <p:attrNameLst>
                                          <p:attrName>stroke.on</p:attrName>
                                        </p:attrNameLst>
                                      </p:cBhvr>
                                      <p:to>
                                        <p:strVal val="true"/>
                                      </p:to>
                                    </p:set>
                                  </p:childTnLst>
                                </p:cTn>
                              </p:par>
                              <p:par>
                                <p:cTn id="169" presetID="7" presetClass="emph" presetSubtype="2" fill="hold" nodeType="withEffect">
                                  <p:stCondLst>
                                    <p:cond delay="0"/>
                                  </p:stCondLst>
                                  <p:childTnLst>
                                    <p:animClr clrSpc="rgb" dir="cw">
                                      <p:cBhvr>
                                        <p:cTn id="170" dur="500" fill="hold"/>
                                        <p:tgtEl>
                                          <p:spTgt spid="69"/>
                                        </p:tgtEl>
                                        <p:attrNameLst>
                                          <p:attrName>stroke.color</p:attrName>
                                        </p:attrNameLst>
                                      </p:cBhvr>
                                      <p:to>
                                        <a:srgbClr val="F7F7F7"/>
                                      </p:to>
                                    </p:animClr>
                                    <p:set>
                                      <p:cBhvr>
                                        <p:cTn id="171" dur="500" fill="hold"/>
                                        <p:tgtEl>
                                          <p:spTgt spid="69"/>
                                        </p:tgtEl>
                                        <p:attrNameLst>
                                          <p:attrName>stroke.on</p:attrName>
                                        </p:attrNameLst>
                                      </p:cBhvr>
                                      <p:to>
                                        <p:strVal val="true"/>
                                      </p:to>
                                    </p:set>
                                  </p:childTnLst>
                                </p:cTn>
                              </p:par>
                            </p:childTnLst>
                          </p:cTn>
                        </p:par>
                        <p:par>
                          <p:cTn id="172" fill="hold">
                            <p:stCondLst>
                              <p:cond delay="7000"/>
                            </p:stCondLst>
                            <p:childTnLst>
                              <p:par>
                                <p:cTn id="173" presetID="42" presetClass="path" presetSubtype="0" accel="50000" decel="50000" fill="hold" grpId="11" nodeType="afterEffect">
                                  <p:stCondLst>
                                    <p:cond delay="0"/>
                                  </p:stCondLst>
                                  <p:childTnLst>
                                    <p:animMotion origin="layout" path="M 0.00196 0.75278 L 0.00118 0.78426 " pathEditMode="relative" rAng="0" ptsTypes="AA">
                                      <p:cBhvr>
                                        <p:cTn id="174" dur="250" fill="hold"/>
                                        <p:tgtEl>
                                          <p:spTgt spid="209"/>
                                        </p:tgtEl>
                                        <p:attrNameLst>
                                          <p:attrName>ppt_x</p:attrName>
                                          <p:attrName>ppt_y</p:attrName>
                                        </p:attrNameLst>
                                      </p:cBhvr>
                                      <p:rCtr x="-39" y="1574"/>
                                    </p:animMotion>
                                  </p:childTnLst>
                                </p:cTn>
                              </p:par>
                            </p:childTnLst>
                          </p:cTn>
                        </p:par>
                        <p:par>
                          <p:cTn id="175" fill="hold">
                            <p:stCondLst>
                              <p:cond delay="7250"/>
                            </p:stCondLst>
                            <p:childTnLst>
                              <p:par>
                                <p:cTn id="176" presetID="42" presetClass="path" presetSubtype="0" accel="50000" decel="50000" fill="hold" grpId="12" nodeType="afterEffect">
                                  <p:stCondLst>
                                    <p:cond delay="0"/>
                                  </p:stCondLst>
                                  <p:childTnLst>
                                    <p:animMotion origin="layout" path="M 0.00118 0.78426 L 0.00196 0.81482 " pathEditMode="relative" rAng="0" ptsTypes="AA">
                                      <p:cBhvr>
                                        <p:cTn id="177" dur="250" fill="hold"/>
                                        <p:tgtEl>
                                          <p:spTgt spid="209"/>
                                        </p:tgtEl>
                                        <p:attrNameLst>
                                          <p:attrName>ppt_x</p:attrName>
                                          <p:attrName>ppt_y</p:attrName>
                                        </p:attrNameLst>
                                      </p:cBhvr>
                                      <p:rCtr x="39" y="1528"/>
                                    </p:animMotion>
                                  </p:childTnLst>
                                </p:cTn>
                              </p:par>
                            </p:childTnLst>
                          </p:cTn>
                        </p:par>
                        <p:par>
                          <p:cTn id="178" fill="hold">
                            <p:stCondLst>
                              <p:cond delay="7500"/>
                            </p:stCondLst>
                            <p:childTnLst>
                              <p:par>
                                <p:cTn id="179" presetID="1" presetClass="exit" presetSubtype="0" fill="hold" grpId="13" nodeType="afterEffect">
                                  <p:stCondLst>
                                    <p:cond delay="0"/>
                                  </p:stCondLst>
                                  <p:childTnLst>
                                    <p:set>
                                      <p:cBhvr>
                                        <p:cTn id="180" dur="1" fill="hold">
                                          <p:stCondLst>
                                            <p:cond delay="0"/>
                                          </p:stCondLst>
                                        </p:cTn>
                                        <p:tgtEl>
                                          <p:spTgt spid="209"/>
                                        </p:tgtEl>
                                        <p:attrNameLst>
                                          <p:attrName>style.visibility</p:attrName>
                                        </p:attrNameLst>
                                      </p:cBhvr>
                                      <p:to>
                                        <p:strVal val="hidden"/>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nodeType="clickEffect">
                                  <p:stCondLst>
                                    <p:cond delay="0"/>
                                  </p:stCondLst>
                                  <p:childTnLst>
                                    <p:set>
                                      <p:cBhvr>
                                        <p:cTn id="18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85" fill="hold">
                      <p:stCondLst>
                        <p:cond delay="indefinite"/>
                      </p:stCondLst>
                      <p:childTnLst>
                        <p:par>
                          <p:cTn id="186" fill="hold">
                            <p:stCondLst>
                              <p:cond delay="0"/>
                            </p:stCondLst>
                            <p:childTnLst>
                              <p:par>
                                <p:cTn id="187" presetID="1" presetClass="entr" presetSubtype="0" fill="hold" grpId="0" nodeType="clickEffect">
                                  <p:stCondLst>
                                    <p:cond delay="0"/>
                                  </p:stCondLst>
                                  <p:childTnLst>
                                    <p:set>
                                      <p:cBhvr>
                                        <p:cTn id="188" dur="1" fill="hold">
                                          <p:stCondLst>
                                            <p:cond delay="0"/>
                                          </p:stCondLst>
                                        </p:cTn>
                                        <p:tgtEl>
                                          <p:spTgt spid="233"/>
                                        </p:tgtEl>
                                        <p:attrNameLst>
                                          <p:attrName>style.visibility</p:attrName>
                                        </p:attrNameLst>
                                      </p:cBhvr>
                                      <p:to>
                                        <p:strVal val="visible"/>
                                      </p:to>
                                    </p:set>
                                  </p:childTnLst>
                                </p:cTn>
                              </p:par>
                            </p:childTnLst>
                          </p:cTn>
                        </p:par>
                        <p:par>
                          <p:cTn id="189" fill="hold">
                            <p:stCondLst>
                              <p:cond delay="0"/>
                            </p:stCondLst>
                            <p:childTnLst>
                              <p:par>
                                <p:cTn id="190" presetID="42" presetClass="path" presetSubtype="0" accel="50000" decel="50000" fill="hold" grpId="1" nodeType="afterEffect">
                                  <p:stCondLst>
                                    <p:cond delay="0"/>
                                  </p:stCondLst>
                                  <p:childTnLst>
                                    <p:animMotion origin="layout" path="M -3.125E-6 -4.44444E-6 L -0.00013 0.06505 " pathEditMode="relative" rAng="0" ptsTypes="AA">
                                      <p:cBhvr>
                                        <p:cTn id="191" dur="250" fill="hold"/>
                                        <p:tgtEl>
                                          <p:spTgt spid="233"/>
                                        </p:tgtEl>
                                        <p:attrNameLst>
                                          <p:attrName>ppt_x</p:attrName>
                                          <p:attrName>ppt_y</p:attrName>
                                        </p:attrNameLst>
                                      </p:cBhvr>
                                      <p:rCtr x="-13" y="3241"/>
                                    </p:animMotion>
                                  </p:childTnLst>
                                </p:cTn>
                              </p:par>
                            </p:childTnLst>
                          </p:cTn>
                        </p:par>
                        <p:par>
                          <p:cTn id="192" fill="hold">
                            <p:stCondLst>
                              <p:cond delay="250"/>
                            </p:stCondLst>
                            <p:childTnLst>
                              <p:par>
                                <p:cTn id="193" presetID="42" presetClass="path" presetSubtype="0" accel="50000" decel="50000" fill="hold" grpId="2" nodeType="afterEffect">
                                  <p:stCondLst>
                                    <p:cond delay="0"/>
                                  </p:stCondLst>
                                  <p:childTnLst>
                                    <p:animMotion origin="layout" path="M -0.00013 0.06505 L -0.00013 0.09723 " pathEditMode="relative" rAng="0" ptsTypes="AA">
                                      <p:cBhvr>
                                        <p:cTn id="194" dur="250" fill="hold"/>
                                        <p:tgtEl>
                                          <p:spTgt spid="233"/>
                                        </p:tgtEl>
                                        <p:attrNameLst>
                                          <p:attrName>ppt_x</p:attrName>
                                          <p:attrName>ppt_y</p:attrName>
                                        </p:attrNameLst>
                                      </p:cBhvr>
                                      <p:rCtr x="0" y="1597"/>
                                    </p:animMotion>
                                  </p:childTnLst>
                                </p:cTn>
                              </p:par>
                            </p:childTnLst>
                          </p:cTn>
                        </p:par>
                        <p:par>
                          <p:cTn id="195" fill="hold">
                            <p:stCondLst>
                              <p:cond delay="500"/>
                            </p:stCondLst>
                            <p:childTnLst>
                              <p:par>
                                <p:cTn id="196" presetID="22" presetClass="exit" presetSubtype="2" fill="hold" nodeType="afterEffect">
                                  <p:stCondLst>
                                    <p:cond delay="0"/>
                                  </p:stCondLst>
                                  <p:childTnLst>
                                    <p:animEffect transition="out" filter="wipe(right)">
                                      <p:cBhvr>
                                        <p:cTn id="197" dur="500"/>
                                        <p:tgtEl>
                                          <p:spTgt spid="45"/>
                                        </p:tgtEl>
                                      </p:cBhvr>
                                    </p:animEffect>
                                    <p:set>
                                      <p:cBhvr>
                                        <p:cTn id="198" dur="1" fill="hold">
                                          <p:stCondLst>
                                            <p:cond delay="499"/>
                                          </p:stCondLst>
                                        </p:cTn>
                                        <p:tgtEl>
                                          <p:spTgt spid="45"/>
                                        </p:tgtEl>
                                        <p:attrNameLst>
                                          <p:attrName>style.visibility</p:attrName>
                                        </p:attrNameLst>
                                      </p:cBhvr>
                                      <p:to>
                                        <p:strVal val="hidden"/>
                                      </p:to>
                                    </p:set>
                                  </p:childTnLst>
                                </p:cTn>
                              </p:par>
                              <p:par>
                                <p:cTn id="199" presetID="22" presetClass="exit" presetSubtype="1" fill="hold" nodeType="withEffect">
                                  <p:stCondLst>
                                    <p:cond delay="0"/>
                                  </p:stCondLst>
                                  <p:childTnLst>
                                    <p:animEffect transition="out" filter="wipe(up)">
                                      <p:cBhvr>
                                        <p:cTn id="200" dur="500"/>
                                        <p:tgtEl>
                                          <p:spTgt spid="232"/>
                                        </p:tgtEl>
                                      </p:cBhvr>
                                    </p:animEffect>
                                    <p:set>
                                      <p:cBhvr>
                                        <p:cTn id="201" dur="1" fill="hold">
                                          <p:stCondLst>
                                            <p:cond delay="499"/>
                                          </p:stCondLst>
                                        </p:cTn>
                                        <p:tgtEl>
                                          <p:spTgt spid="232"/>
                                        </p:tgtEl>
                                        <p:attrNameLst>
                                          <p:attrName>style.visibility</p:attrName>
                                        </p:attrNameLst>
                                      </p:cBhvr>
                                      <p:to>
                                        <p:strVal val="hidden"/>
                                      </p:to>
                                    </p:set>
                                  </p:childTnLst>
                                </p:cTn>
                              </p:par>
                            </p:childTnLst>
                          </p:cTn>
                        </p:par>
                        <p:par>
                          <p:cTn id="202" fill="hold">
                            <p:stCondLst>
                              <p:cond delay="1000"/>
                            </p:stCondLst>
                            <p:childTnLst>
                              <p:par>
                                <p:cTn id="203" presetID="42" presetClass="path" presetSubtype="0" accel="50000" decel="50000" fill="hold" grpId="3" nodeType="afterEffect">
                                  <p:stCondLst>
                                    <p:cond delay="0"/>
                                  </p:stCondLst>
                                  <p:childTnLst>
                                    <p:animMotion origin="layout" path="M -0.00013 0.09723 L -0.00013 0.16343 " pathEditMode="relative" rAng="0" ptsTypes="AA">
                                      <p:cBhvr>
                                        <p:cTn id="204" dur="250" fill="hold"/>
                                        <p:tgtEl>
                                          <p:spTgt spid="233"/>
                                        </p:tgtEl>
                                        <p:attrNameLst>
                                          <p:attrName>ppt_x</p:attrName>
                                          <p:attrName>ppt_y</p:attrName>
                                        </p:attrNameLst>
                                      </p:cBhvr>
                                      <p:rCtr x="0" y="3310"/>
                                    </p:animMotion>
                                  </p:childTnLst>
                                </p:cTn>
                              </p:par>
                            </p:childTnLst>
                          </p:cTn>
                        </p:par>
                        <p:par>
                          <p:cTn id="205" fill="hold">
                            <p:stCondLst>
                              <p:cond delay="1250"/>
                            </p:stCondLst>
                            <p:childTnLst>
                              <p:par>
                                <p:cTn id="206" presetID="22" presetClass="exit" presetSubtype="2" fill="hold" nodeType="afterEffect">
                                  <p:stCondLst>
                                    <p:cond delay="0"/>
                                  </p:stCondLst>
                                  <p:childTnLst>
                                    <p:animEffect transition="out" filter="wipe(right)">
                                      <p:cBhvr>
                                        <p:cTn id="207" dur="500"/>
                                        <p:tgtEl>
                                          <p:spTgt spid="43"/>
                                        </p:tgtEl>
                                      </p:cBhvr>
                                    </p:animEffect>
                                    <p:set>
                                      <p:cBhvr>
                                        <p:cTn id="208" dur="1" fill="hold">
                                          <p:stCondLst>
                                            <p:cond delay="499"/>
                                          </p:stCondLst>
                                        </p:cTn>
                                        <p:tgtEl>
                                          <p:spTgt spid="43"/>
                                        </p:tgtEl>
                                        <p:attrNameLst>
                                          <p:attrName>style.visibility</p:attrName>
                                        </p:attrNameLst>
                                      </p:cBhvr>
                                      <p:to>
                                        <p:strVal val="hidden"/>
                                      </p:to>
                                    </p:set>
                                  </p:childTnLst>
                                </p:cTn>
                              </p:par>
                              <p:par>
                                <p:cTn id="209" presetID="22" presetClass="exit" presetSubtype="1" fill="hold" nodeType="withEffect">
                                  <p:stCondLst>
                                    <p:cond delay="0"/>
                                  </p:stCondLst>
                                  <p:childTnLst>
                                    <p:animEffect transition="out" filter="wipe(up)">
                                      <p:cBhvr>
                                        <p:cTn id="210" dur="500"/>
                                        <p:tgtEl>
                                          <p:spTgt spid="19"/>
                                        </p:tgtEl>
                                      </p:cBhvr>
                                    </p:animEffect>
                                    <p:set>
                                      <p:cBhvr>
                                        <p:cTn id="211" dur="1" fill="hold">
                                          <p:stCondLst>
                                            <p:cond delay="499"/>
                                          </p:stCondLst>
                                        </p:cTn>
                                        <p:tgtEl>
                                          <p:spTgt spid="19"/>
                                        </p:tgtEl>
                                        <p:attrNameLst>
                                          <p:attrName>style.visibility</p:attrName>
                                        </p:attrNameLst>
                                      </p:cBhvr>
                                      <p:to>
                                        <p:strVal val="hidden"/>
                                      </p:to>
                                    </p:set>
                                  </p:childTnLst>
                                </p:cTn>
                              </p:par>
                            </p:childTnLst>
                          </p:cTn>
                        </p:par>
                        <p:par>
                          <p:cTn id="212" fill="hold">
                            <p:stCondLst>
                              <p:cond delay="1750"/>
                            </p:stCondLst>
                            <p:childTnLst>
                              <p:par>
                                <p:cTn id="213" presetID="42" presetClass="path" presetSubtype="0" accel="50000" decel="50000" fill="hold" grpId="4" nodeType="afterEffect">
                                  <p:stCondLst>
                                    <p:cond delay="0"/>
                                  </p:stCondLst>
                                  <p:childTnLst>
                                    <p:animMotion origin="layout" path="M -0.00013 0.16343 L -0.00013 0.19468 " pathEditMode="relative" rAng="0" ptsTypes="AA">
                                      <p:cBhvr>
                                        <p:cTn id="214" dur="250" fill="hold"/>
                                        <p:tgtEl>
                                          <p:spTgt spid="233"/>
                                        </p:tgtEl>
                                        <p:attrNameLst>
                                          <p:attrName>ppt_x</p:attrName>
                                          <p:attrName>ppt_y</p:attrName>
                                        </p:attrNameLst>
                                      </p:cBhvr>
                                      <p:rCtr x="0" y="1551"/>
                                    </p:animMotion>
                                  </p:childTnLst>
                                </p:cTn>
                              </p:par>
                            </p:childTnLst>
                          </p:cTn>
                        </p:par>
                        <p:par>
                          <p:cTn id="215" fill="hold">
                            <p:stCondLst>
                              <p:cond delay="2000"/>
                            </p:stCondLst>
                            <p:childTnLst>
                              <p:par>
                                <p:cTn id="216" presetID="22" presetClass="exit" presetSubtype="1" fill="hold" nodeType="afterEffect">
                                  <p:stCondLst>
                                    <p:cond delay="0"/>
                                  </p:stCondLst>
                                  <p:childTnLst>
                                    <p:animEffect transition="out" filter="wipe(up)">
                                      <p:cBhvr>
                                        <p:cTn id="217" dur="500"/>
                                        <p:tgtEl>
                                          <p:spTgt spid="230"/>
                                        </p:tgtEl>
                                      </p:cBhvr>
                                    </p:animEffect>
                                    <p:set>
                                      <p:cBhvr>
                                        <p:cTn id="218" dur="1" fill="hold">
                                          <p:stCondLst>
                                            <p:cond delay="499"/>
                                          </p:stCondLst>
                                        </p:cTn>
                                        <p:tgtEl>
                                          <p:spTgt spid="230"/>
                                        </p:tgtEl>
                                        <p:attrNameLst>
                                          <p:attrName>style.visibility</p:attrName>
                                        </p:attrNameLst>
                                      </p:cBhvr>
                                      <p:to>
                                        <p:strVal val="hidden"/>
                                      </p:to>
                                    </p:set>
                                  </p:childTnLst>
                                </p:cTn>
                              </p:par>
                            </p:childTnLst>
                          </p:cTn>
                        </p:par>
                        <p:par>
                          <p:cTn id="219" fill="hold">
                            <p:stCondLst>
                              <p:cond delay="2500"/>
                            </p:stCondLst>
                            <p:childTnLst>
                              <p:par>
                                <p:cTn id="220" presetID="42" presetClass="path" presetSubtype="0" accel="50000" decel="50000" fill="hold" grpId="5" nodeType="afterEffect">
                                  <p:stCondLst>
                                    <p:cond delay="0"/>
                                  </p:stCondLst>
                                  <p:childTnLst>
                                    <p:animMotion origin="layout" path="M -0.00013 0.19468 L -0.00013 0.22825 " pathEditMode="relative" rAng="0" ptsTypes="AA">
                                      <p:cBhvr>
                                        <p:cTn id="221" dur="250" fill="hold"/>
                                        <p:tgtEl>
                                          <p:spTgt spid="233"/>
                                        </p:tgtEl>
                                        <p:attrNameLst>
                                          <p:attrName>ppt_x</p:attrName>
                                          <p:attrName>ppt_y</p:attrName>
                                        </p:attrNameLst>
                                      </p:cBhvr>
                                      <p:rCtr x="0" y="1667"/>
                                    </p:animMotion>
                                  </p:childTnLst>
                                </p:cTn>
                              </p:par>
                            </p:childTnLst>
                          </p:cTn>
                        </p:par>
                        <p:par>
                          <p:cTn id="222" fill="hold">
                            <p:stCondLst>
                              <p:cond delay="2750"/>
                            </p:stCondLst>
                            <p:childTnLst>
                              <p:par>
                                <p:cTn id="223" presetID="22" presetClass="exit" presetSubtype="1" fill="hold" nodeType="afterEffect">
                                  <p:stCondLst>
                                    <p:cond delay="0"/>
                                  </p:stCondLst>
                                  <p:childTnLst>
                                    <p:animEffect transition="out" filter="wipe(up)">
                                      <p:cBhvr>
                                        <p:cTn id="224" dur="500"/>
                                        <p:tgtEl>
                                          <p:spTgt spid="234"/>
                                        </p:tgtEl>
                                      </p:cBhvr>
                                    </p:animEffect>
                                    <p:set>
                                      <p:cBhvr>
                                        <p:cTn id="225" dur="1" fill="hold">
                                          <p:stCondLst>
                                            <p:cond delay="499"/>
                                          </p:stCondLst>
                                        </p:cTn>
                                        <p:tgtEl>
                                          <p:spTgt spid="234"/>
                                        </p:tgtEl>
                                        <p:attrNameLst>
                                          <p:attrName>style.visibility</p:attrName>
                                        </p:attrNameLst>
                                      </p:cBhvr>
                                      <p:to>
                                        <p:strVal val="hidden"/>
                                      </p:to>
                                    </p:set>
                                  </p:childTnLst>
                                </p:cTn>
                              </p:par>
                              <p:par>
                                <p:cTn id="226" presetID="22" presetClass="exit" presetSubtype="4" fill="hold" nodeType="withEffect">
                                  <p:stCondLst>
                                    <p:cond delay="0"/>
                                  </p:stCondLst>
                                  <p:childTnLst>
                                    <p:animEffect transition="out" filter="wipe(down)">
                                      <p:cBhvr>
                                        <p:cTn id="227" dur="500"/>
                                        <p:tgtEl>
                                          <p:spTgt spid="39"/>
                                        </p:tgtEl>
                                      </p:cBhvr>
                                    </p:animEffect>
                                    <p:set>
                                      <p:cBhvr>
                                        <p:cTn id="228" dur="1" fill="hold">
                                          <p:stCondLst>
                                            <p:cond delay="499"/>
                                          </p:stCondLst>
                                        </p:cTn>
                                        <p:tgtEl>
                                          <p:spTgt spid="39"/>
                                        </p:tgtEl>
                                        <p:attrNameLst>
                                          <p:attrName>style.visibility</p:attrName>
                                        </p:attrNameLst>
                                      </p:cBhvr>
                                      <p:to>
                                        <p:strVal val="hidden"/>
                                      </p:to>
                                    </p:set>
                                  </p:childTnLst>
                                </p:cTn>
                              </p:par>
                            </p:childTnLst>
                          </p:cTn>
                        </p:par>
                        <p:par>
                          <p:cTn id="229" fill="hold">
                            <p:stCondLst>
                              <p:cond delay="3250"/>
                            </p:stCondLst>
                            <p:childTnLst>
                              <p:par>
                                <p:cTn id="230" presetID="42" presetClass="path" presetSubtype="0" accel="50000" decel="50000" fill="hold" grpId="6" nodeType="afterEffect">
                                  <p:stCondLst>
                                    <p:cond delay="0"/>
                                  </p:stCondLst>
                                  <p:childTnLst>
                                    <p:animMotion origin="layout" path="M -0.00013 0.22825 L -0.00013 0.26181 " pathEditMode="relative" rAng="0" ptsTypes="AA">
                                      <p:cBhvr>
                                        <p:cTn id="231" dur="250" fill="hold"/>
                                        <p:tgtEl>
                                          <p:spTgt spid="233"/>
                                        </p:tgtEl>
                                        <p:attrNameLst>
                                          <p:attrName>ppt_x</p:attrName>
                                          <p:attrName>ppt_y</p:attrName>
                                        </p:attrNameLst>
                                      </p:cBhvr>
                                      <p:rCtr x="0" y="1667"/>
                                    </p:animMotion>
                                  </p:childTnLst>
                                </p:cTn>
                              </p:par>
                            </p:childTnLst>
                          </p:cTn>
                        </p:par>
                        <p:par>
                          <p:cTn id="232" fill="hold">
                            <p:stCondLst>
                              <p:cond delay="3500"/>
                            </p:stCondLst>
                            <p:childTnLst>
                              <p:par>
                                <p:cTn id="233" presetID="22" presetClass="exit" presetSubtype="1" fill="hold" nodeType="afterEffect">
                                  <p:stCondLst>
                                    <p:cond delay="0"/>
                                  </p:stCondLst>
                                  <p:childTnLst>
                                    <p:animEffect transition="out" filter="wipe(up)">
                                      <p:cBhvr>
                                        <p:cTn id="234" dur="500"/>
                                        <p:tgtEl>
                                          <p:spTgt spid="236"/>
                                        </p:tgtEl>
                                      </p:cBhvr>
                                    </p:animEffect>
                                    <p:set>
                                      <p:cBhvr>
                                        <p:cTn id="235" dur="1" fill="hold">
                                          <p:stCondLst>
                                            <p:cond delay="499"/>
                                          </p:stCondLst>
                                        </p:cTn>
                                        <p:tgtEl>
                                          <p:spTgt spid="236"/>
                                        </p:tgtEl>
                                        <p:attrNameLst>
                                          <p:attrName>style.visibility</p:attrName>
                                        </p:attrNameLst>
                                      </p:cBhvr>
                                      <p:to>
                                        <p:strVal val="hidden"/>
                                      </p:to>
                                    </p:set>
                                  </p:childTnLst>
                                </p:cTn>
                              </p:par>
                            </p:childTnLst>
                          </p:cTn>
                        </p:par>
                        <p:par>
                          <p:cTn id="236" fill="hold">
                            <p:stCondLst>
                              <p:cond delay="4000"/>
                            </p:stCondLst>
                            <p:childTnLst>
                              <p:par>
                                <p:cTn id="237" presetID="42" presetClass="path" presetSubtype="0" accel="50000" decel="50000" fill="hold" grpId="7" nodeType="afterEffect">
                                  <p:stCondLst>
                                    <p:cond delay="0"/>
                                  </p:stCondLst>
                                  <p:childTnLst>
                                    <p:animMotion origin="layout" path="M -0.00013 0.26181 L 0.00013 0.29399 " pathEditMode="relative" rAng="0" ptsTypes="AA">
                                      <p:cBhvr>
                                        <p:cTn id="238" dur="250" fill="hold"/>
                                        <p:tgtEl>
                                          <p:spTgt spid="233"/>
                                        </p:tgtEl>
                                        <p:attrNameLst>
                                          <p:attrName>ppt_x</p:attrName>
                                          <p:attrName>ppt_y</p:attrName>
                                        </p:attrNameLst>
                                      </p:cBhvr>
                                      <p:rCtr x="13" y="1597"/>
                                    </p:animMotion>
                                  </p:childTnLst>
                                </p:cTn>
                              </p:par>
                            </p:childTnLst>
                          </p:cTn>
                        </p:par>
                        <p:par>
                          <p:cTn id="239" fill="hold">
                            <p:stCondLst>
                              <p:cond delay="4250"/>
                            </p:stCondLst>
                            <p:childTnLst>
                              <p:par>
                                <p:cTn id="240" presetID="22" presetClass="exit" presetSubtype="2" fill="hold" nodeType="afterEffect">
                                  <p:stCondLst>
                                    <p:cond delay="0"/>
                                  </p:stCondLst>
                                  <p:childTnLst>
                                    <p:animEffect transition="out" filter="wipe(right)">
                                      <p:cBhvr>
                                        <p:cTn id="241" dur="500"/>
                                        <p:tgtEl>
                                          <p:spTgt spid="238"/>
                                        </p:tgtEl>
                                      </p:cBhvr>
                                    </p:animEffect>
                                    <p:set>
                                      <p:cBhvr>
                                        <p:cTn id="242" dur="1" fill="hold">
                                          <p:stCondLst>
                                            <p:cond delay="499"/>
                                          </p:stCondLst>
                                        </p:cTn>
                                        <p:tgtEl>
                                          <p:spTgt spid="238"/>
                                        </p:tgtEl>
                                        <p:attrNameLst>
                                          <p:attrName>style.visibility</p:attrName>
                                        </p:attrNameLst>
                                      </p:cBhvr>
                                      <p:to>
                                        <p:strVal val="hidden"/>
                                      </p:to>
                                    </p:set>
                                  </p:childTnLst>
                                </p:cTn>
                              </p:par>
                            </p:childTnLst>
                          </p:cTn>
                        </p:par>
                        <p:par>
                          <p:cTn id="243" fill="hold">
                            <p:stCondLst>
                              <p:cond delay="4750"/>
                            </p:stCondLst>
                            <p:childTnLst>
                              <p:par>
                                <p:cTn id="244" presetID="42" presetClass="path" presetSubtype="0" accel="50000" decel="50000" fill="hold" grpId="8" nodeType="afterEffect">
                                  <p:stCondLst>
                                    <p:cond delay="0"/>
                                  </p:stCondLst>
                                  <p:childTnLst>
                                    <p:animMotion origin="layout" path="M 0.00013 0.29399 L 0.00104 0.32639 " pathEditMode="relative" rAng="0" ptsTypes="AA">
                                      <p:cBhvr>
                                        <p:cTn id="245" dur="250" fill="hold"/>
                                        <p:tgtEl>
                                          <p:spTgt spid="233"/>
                                        </p:tgtEl>
                                        <p:attrNameLst>
                                          <p:attrName>ppt_x</p:attrName>
                                          <p:attrName>ppt_y</p:attrName>
                                        </p:attrNameLst>
                                      </p:cBhvr>
                                      <p:rCtr x="39" y="1620"/>
                                    </p:animMotion>
                                  </p:childTnLst>
                                </p:cTn>
                              </p:par>
                            </p:childTnLst>
                          </p:cTn>
                        </p:par>
                        <p:par>
                          <p:cTn id="246" fill="hold">
                            <p:stCondLst>
                              <p:cond delay="5000"/>
                            </p:stCondLst>
                            <p:childTnLst>
                              <p:par>
                                <p:cTn id="247" presetID="42" presetClass="path" presetSubtype="0" accel="50000" decel="50000" fill="hold" grpId="9" nodeType="afterEffect">
                                  <p:stCondLst>
                                    <p:cond delay="0"/>
                                  </p:stCondLst>
                                  <p:childTnLst>
                                    <p:animMotion origin="layout" path="M 0.00104 0.32639 L 0.00104 0.35764 " pathEditMode="relative" rAng="0" ptsTypes="AA">
                                      <p:cBhvr>
                                        <p:cTn id="248" dur="250" fill="hold"/>
                                        <p:tgtEl>
                                          <p:spTgt spid="233"/>
                                        </p:tgtEl>
                                        <p:attrNameLst>
                                          <p:attrName>ppt_x</p:attrName>
                                          <p:attrName>ppt_y</p:attrName>
                                        </p:attrNameLst>
                                      </p:cBhvr>
                                      <p:rCtr x="0" y="1551"/>
                                    </p:animMotion>
                                  </p:childTnLst>
                                </p:cTn>
                              </p:par>
                            </p:childTnLst>
                          </p:cTn>
                        </p:par>
                        <p:par>
                          <p:cTn id="249" fill="hold">
                            <p:stCondLst>
                              <p:cond delay="5250"/>
                            </p:stCondLst>
                            <p:childTnLst>
                              <p:par>
                                <p:cTn id="250" presetID="22" presetClass="exit" presetSubtype="4" fill="hold" nodeType="afterEffect">
                                  <p:stCondLst>
                                    <p:cond delay="0"/>
                                  </p:stCondLst>
                                  <p:childTnLst>
                                    <p:animEffect transition="out" filter="wipe(down)">
                                      <p:cBhvr>
                                        <p:cTn id="251" dur="500"/>
                                        <p:tgtEl>
                                          <p:spTgt spid="46"/>
                                        </p:tgtEl>
                                      </p:cBhvr>
                                    </p:animEffect>
                                    <p:set>
                                      <p:cBhvr>
                                        <p:cTn id="252" dur="1" fill="hold">
                                          <p:stCondLst>
                                            <p:cond delay="499"/>
                                          </p:stCondLst>
                                        </p:cTn>
                                        <p:tgtEl>
                                          <p:spTgt spid="46"/>
                                        </p:tgtEl>
                                        <p:attrNameLst>
                                          <p:attrName>style.visibility</p:attrName>
                                        </p:attrNameLst>
                                      </p:cBhvr>
                                      <p:to>
                                        <p:strVal val="hidden"/>
                                      </p:to>
                                    </p:set>
                                  </p:childTnLst>
                                </p:cTn>
                              </p:par>
                              <p:par>
                                <p:cTn id="253" presetID="22" presetClass="exit" presetSubtype="1" fill="hold" nodeType="withEffect">
                                  <p:stCondLst>
                                    <p:cond delay="0"/>
                                  </p:stCondLst>
                                  <p:childTnLst>
                                    <p:animEffect transition="out" filter="wipe(up)">
                                      <p:cBhvr>
                                        <p:cTn id="254" dur="500"/>
                                        <p:tgtEl>
                                          <p:spTgt spid="240"/>
                                        </p:tgtEl>
                                      </p:cBhvr>
                                    </p:animEffect>
                                    <p:set>
                                      <p:cBhvr>
                                        <p:cTn id="255" dur="1" fill="hold">
                                          <p:stCondLst>
                                            <p:cond delay="499"/>
                                          </p:stCondLst>
                                        </p:cTn>
                                        <p:tgtEl>
                                          <p:spTgt spid="240"/>
                                        </p:tgtEl>
                                        <p:attrNameLst>
                                          <p:attrName>style.visibility</p:attrName>
                                        </p:attrNameLst>
                                      </p:cBhvr>
                                      <p:to>
                                        <p:strVal val="hidden"/>
                                      </p:to>
                                    </p:set>
                                  </p:childTnLst>
                                </p:cTn>
                              </p:par>
                            </p:childTnLst>
                          </p:cTn>
                        </p:par>
                        <p:par>
                          <p:cTn id="256" fill="hold">
                            <p:stCondLst>
                              <p:cond delay="5750"/>
                            </p:stCondLst>
                            <p:childTnLst>
                              <p:par>
                                <p:cTn id="257" presetID="42" presetClass="path" presetSubtype="0" accel="50000" decel="50000" fill="hold" grpId="10" nodeType="afterEffect">
                                  <p:stCondLst>
                                    <p:cond delay="0"/>
                                  </p:stCondLst>
                                  <p:childTnLst>
                                    <p:animMotion origin="layout" path="M 0.00104 0.35764 L 0.00104 0.38959 " pathEditMode="relative" rAng="0" ptsTypes="AA">
                                      <p:cBhvr>
                                        <p:cTn id="258" dur="250" fill="hold"/>
                                        <p:tgtEl>
                                          <p:spTgt spid="233"/>
                                        </p:tgtEl>
                                        <p:attrNameLst>
                                          <p:attrName>ppt_x</p:attrName>
                                          <p:attrName>ppt_y</p:attrName>
                                        </p:attrNameLst>
                                      </p:cBhvr>
                                      <p:rCtr x="0" y="1597"/>
                                    </p:animMotion>
                                  </p:childTnLst>
                                </p:cTn>
                              </p:par>
                            </p:childTnLst>
                          </p:cTn>
                        </p:par>
                        <p:par>
                          <p:cTn id="259" fill="hold">
                            <p:stCondLst>
                              <p:cond delay="6000"/>
                            </p:stCondLst>
                            <p:childTnLst>
                              <p:par>
                                <p:cTn id="260" presetID="22" presetClass="exit" presetSubtype="2" fill="hold" nodeType="afterEffect">
                                  <p:stCondLst>
                                    <p:cond delay="0"/>
                                  </p:stCondLst>
                                  <p:childTnLst>
                                    <p:animEffect transition="out" filter="wipe(right)">
                                      <p:cBhvr>
                                        <p:cTn id="261" dur="500"/>
                                        <p:tgtEl>
                                          <p:spTgt spid="50"/>
                                        </p:tgtEl>
                                      </p:cBhvr>
                                    </p:animEffect>
                                    <p:set>
                                      <p:cBhvr>
                                        <p:cTn id="262" dur="1" fill="hold">
                                          <p:stCondLst>
                                            <p:cond delay="499"/>
                                          </p:stCondLst>
                                        </p:cTn>
                                        <p:tgtEl>
                                          <p:spTgt spid="50"/>
                                        </p:tgtEl>
                                        <p:attrNameLst>
                                          <p:attrName>style.visibility</p:attrName>
                                        </p:attrNameLst>
                                      </p:cBhvr>
                                      <p:to>
                                        <p:strVal val="hidden"/>
                                      </p:to>
                                    </p:set>
                                  </p:childTnLst>
                                </p:cTn>
                              </p:par>
                            </p:childTnLst>
                          </p:cTn>
                        </p:par>
                        <p:par>
                          <p:cTn id="263" fill="hold">
                            <p:stCondLst>
                              <p:cond delay="6500"/>
                            </p:stCondLst>
                            <p:childTnLst>
                              <p:par>
                                <p:cTn id="264" presetID="42" presetClass="path" presetSubtype="0" accel="50000" decel="50000" fill="hold" grpId="11" nodeType="afterEffect">
                                  <p:stCondLst>
                                    <p:cond delay="0"/>
                                  </p:stCondLst>
                                  <p:childTnLst>
                                    <p:animMotion origin="layout" path="M 0.00104 0.38959 L 0.00196 0.425 " pathEditMode="relative" rAng="0" ptsTypes="AA">
                                      <p:cBhvr>
                                        <p:cTn id="265" dur="250" fill="hold"/>
                                        <p:tgtEl>
                                          <p:spTgt spid="233"/>
                                        </p:tgtEl>
                                        <p:attrNameLst>
                                          <p:attrName>ppt_x</p:attrName>
                                          <p:attrName>ppt_y</p:attrName>
                                        </p:attrNameLst>
                                      </p:cBhvr>
                                      <p:rCtr x="39" y="1759"/>
                                    </p:animMotion>
                                  </p:childTnLst>
                                </p:cTn>
                              </p:par>
                            </p:childTnLst>
                          </p:cTn>
                        </p:par>
                        <p:par>
                          <p:cTn id="266" fill="hold">
                            <p:stCondLst>
                              <p:cond delay="6750"/>
                            </p:stCondLst>
                            <p:childTnLst>
                              <p:par>
                                <p:cTn id="267" presetID="42" presetClass="path" presetSubtype="0" accel="50000" decel="50000" fill="hold" grpId="12" nodeType="afterEffect">
                                  <p:stCondLst>
                                    <p:cond delay="0"/>
                                  </p:stCondLst>
                                  <p:childTnLst>
                                    <p:animMotion origin="layout" path="M 0.00196 0.425 L 0.00157 0.45903 " pathEditMode="relative" rAng="0" ptsTypes="AA">
                                      <p:cBhvr>
                                        <p:cTn id="268" dur="250" fill="hold"/>
                                        <p:tgtEl>
                                          <p:spTgt spid="233"/>
                                        </p:tgtEl>
                                        <p:attrNameLst>
                                          <p:attrName>ppt_x</p:attrName>
                                          <p:attrName>ppt_y</p:attrName>
                                        </p:attrNameLst>
                                      </p:cBhvr>
                                      <p:rCtr x="-26" y="1690"/>
                                    </p:animMotion>
                                  </p:childTnLst>
                                </p:cTn>
                              </p:par>
                            </p:childTnLst>
                          </p:cTn>
                        </p:par>
                        <p:par>
                          <p:cTn id="269" fill="hold">
                            <p:stCondLst>
                              <p:cond delay="7000"/>
                            </p:stCondLst>
                            <p:childTnLst>
                              <p:par>
                                <p:cTn id="270" presetID="22" presetClass="exit" presetSubtype="4" fill="hold" nodeType="afterEffect">
                                  <p:stCondLst>
                                    <p:cond delay="0"/>
                                  </p:stCondLst>
                                  <p:childTnLst>
                                    <p:animEffect transition="out" filter="wipe(down)">
                                      <p:cBhvr>
                                        <p:cTn id="271" dur="500"/>
                                        <p:tgtEl>
                                          <p:spTgt spid="49"/>
                                        </p:tgtEl>
                                      </p:cBhvr>
                                    </p:animEffect>
                                    <p:set>
                                      <p:cBhvr>
                                        <p:cTn id="272" dur="1" fill="hold">
                                          <p:stCondLst>
                                            <p:cond delay="499"/>
                                          </p:stCondLst>
                                        </p:cTn>
                                        <p:tgtEl>
                                          <p:spTgt spid="49"/>
                                        </p:tgtEl>
                                        <p:attrNameLst>
                                          <p:attrName>style.visibility</p:attrName>
                                        </p:attrNameLst>
                                      </p:cBhvr>
                                      <p:to>
                                        <p:strVal val="hidden"/>
                                      </p:to>
                                    </p:set>
                                  </p:childTnLst>
                                </p:cTn>
                              </p:par>
                            </p:childTnLst>
                          </p:cTn>
                        </p:par>
                        <p:par>
                          <p:cTn id="273" fill="hold">
                            <p:stCondLst>
                              <p:cond delay="7500"/>
                            </p:stCondLst>
                            <p:childTnLst>
                              <p:par>
                                <p:cTn id="274" presetID="42" presetClass="path" presetSubtype="0" accel="50000" decel="50000" fill="hold" grpId="13" nodeType="afterEffect">
                                  <p:stCondLst>
                                    <p:cond delay="0"/>
                                  </p:stCondLst>
                                  <p:childTnLst>
                                    <p:animMotion origin="layout" path="M 0.00157 0.45903 L 0.00157 0.49167 " pathEditMode="relative" rAng="0" ptsTypes="AA">
                                      <p:cBhvr>
                                        <p:cTn id="275" dur="250" fill="hold"/>
                                        <p:tgtEl>
                                          <p:spTgt spid="233"/>
                                        </p:tgtEl>
                                        <p:attrNameLst>
                                          <p:attrName>ppt_x</p:attrName>
                                          <p:attrName>ppt_y</p:attrName>
                                        </p:attrNameLst>
                                      </p:cBhvr>
                                      <p:rCtr x="0" y="1620"/>
                                    </p:animMotion>
                                  </p:childTnLst>
                                </p:cTn>
                              </p:par>
                            </p:childTnLst>
                          </p:cTn>
                        </p:par>
                        <p:par>
                          <p:cTn id="276" fill="hold">
                            <p:stCondLst>
                              <p:cond delay="7750"/>
                            </p:stCondLst>
                            <p:childTnLst>
                              <p:par>
                                <p:cTn id="277" presetID="22" presetClass="exit" presetSubtype="4" fill="hold" nodeType="afterEffect">
                                  <p:stCondLst>
                                    <p:cond delay="0"/>
                                  </p:stCondLst>
                                  <p:childTnLst>
                                    <p:animEffect transition="out" filter="wipe(down)">
                                      <p:cBhvr>
                                        <p:cTn id="278" dur="500"/>
                                        <p:tgtEl>
                                          <p:spTgt spid="62"/>
                                        </p:tgtEl>
                                      </p:cBhvr>
                                    </p:animEffect>
                                    <p:set>
                                      <p:cBhvr>
                                        <p:cTn id="279" dur="1" fill="hold">
                                          <p:stCondLst>
                                            <p:cond delay="499"/>
                                          </p:stCondLst>
                                        </p:cTn>
                                        <p:tgtEl>
                                          <p:spTgt spid="62"/>
                                        </p:tgtEl>
                                        <p:attrNameLst>
                                          <p:attrName>style.visibility</p:attrName>
                                        </p:attrNameLst>
                                      </p:cBhvr>
                                      <p:to>
                                        <p:strVal val="hidden"/>
                                      </p:to>
                                    </p:set>
                                  </p:childTnLst>
                                </p:cTn>
                              </p:par>
                            </p:childTnLst>
                          </p:cTn>
                        </p:par>
                        <p:par>
                          <p:cTn id="280" fill="hold">
                            <p:stCondLst>
                              <p:cond delay="8250"/>
                            </p:stCondLst>
                            <p:childTnLst>
                              <p:par>
                                <p:cTn id="281" presetID="42" presetClass="path" presetSubtype="0" accel="50000" decel="50000" fill="hold" grpId="14" nodeType="afterEffect">
                                  <p:stCondLst>
                                    <p:cond delay="0"/>
                                  </p:stCondLst>
                                  <p:childTnLst>
                                    <p:animMotion origin="layout" path="M 0.00157 0.49167 L 0.00196 0.52153 " pathEditMode="relative" rAng="0" ptsTypes="AA">
                                      <p:cBhvr>
                                        <p:cTn id="282" dur="250" fill="hold"/>
                                        <p:tgtEl>
                                          <p:spTgt spid="233"/>
                                        </p:tgtEl>
                                        <p:attrNameLst>
                                          <p:attrName>ppt_x</p:attrName>
                                          <p:attrName>ppt_y</p:attrName>
                                        </p:attrNameLst>
                                      </p:cBhvr>
                                      <p:rCtr x="13" y="1481"/>
                                    </p:animMotion>
                                  </p:childTnLst>
                                </p:cTn>
                              </p:par>
                            </p:childTnLst>
                          </p:cTn>
                        </p:par>
                        <p:par>
                          <p:cTn id="283" fill="hold">
                            <p:stCondLst>
                              <p:cond delay="8500"/>
                            </p:stCondLst>
                            <p:childTnLst>
                              <p:par>
                                <p:cTn id="284" presetID="42" presetClass="path" presetSubtype="0" accel="50000" decel="50000" fill="hold" grpId="15" nodeType="afterEffect">
                                  <p:stCondLst>
                                    <p:cond delay="0"/>
                                  </p:stCondLst>
                                  <p:childTnLst>
                                    <p:animMotion origin="layout" path="M 0.00196 0.52153 L 0.00157 0.55487 " pathEditMode="relative" rAng="0" ptsTypes="AA">
                                      <p:cBhvr>
                                        <p:cTn id="285" dur="250" fill="hold"/>
                                        <p:tgtEl>
                                          <p:spTgt spid="233"/>
                                        </p:tgtEl>
                                        <p:attrNameLst>
                                          <p:attrName>ppt_x</p:attrName>
                                          <p:attrName>ppt_y</p:attrName>
                                        </p:attrNameLst>
                                      </p:cBhvr>
                                      <p:rCtr x="-26" y="1667"/>
                                    </p:animMotion>
                                  </p:childTnLst>
                                </p:cTn>
                              </p:par>
                            </p:childTnLst>
                          </p:cTn>
                        </p:par>
                        <p:par>
                          <p:cTn id="286" fill="hold">
                            <p:stCondLst>
                              <p:cond delay="8750"/>
                            </p:stCondLst>
                            <p:childTnLst>
                              <p:par>
                                <p:cTn id="287" presetID="22" presetClass="exit" presetSubtype="2" fill="hold" nodeType="afterEffect">
                                  <p:stCondLst>
                                    <p:cond delay="0"/>
                                  </p:stCondLst>
                                  <p:childTnLst>
                                    <p:animEffect transition="out" filter="wipe(right)">
                                      <p:cBhvr>
                                        <p:cTn id="288" dur="500"/>
                                        <p:tgtEl>
                                          <p:spTgt spid="16"/>
                                        </p:tgtEl>
                                      </p:cBhvr>
                                    </p:animEffect>
                                    <p:set>
                                      <p:cBhvr>
                                        <p:cTn id="289" dur="1" fill="hold">
                                          <p:stCondLst>
                                            <p:cond delay="499"/>
                                          </p:stCondLst>
                                        </p:cTn>
                                        <p:tgtEl>
                                          <p:spTgt spid="16"/>
                                        </p:tgtEl>
                                        <p:attrNameLst>
                                          <p:attrName>style.visibility</p:attrName>
                                        </p:attrNameLst>
                                      </p:cBhvr>
                                      <p:to>
                                        <p:strVal val="hidden"/>
                                      </p:to>
                                    </p:set>
                                  </p:childTnLst>
                                </p:cTn>
                              </p:par>
                            </p:childTnLst>
                          </p:cTn>
                        </p:par>
                        <p:par>
                          <p:cTn id="290" fill="hold">
                            <p:stCondLst>
                              <p:cond delay="9250"/>
                            </p:stCondLst>
                            <p:childTnLst>
                              <p:par>
                                <p:cTn id="291" presetID="42" presetClass="path" presetSubtype="0" accel="50000" decel="50000" fill="hold" grpId="16" nodeType="afterEffect">
                                  <p:stCondLst>
                                    <p:cond delay="0"/>
                                  </p:stCondLst>
                                  <p:childTnLst>
                                    <p:animMotion origin="layout" path="M 0.00157 0.55487 L 0.00196 0.58727 " pathEditMode="relative" rAng="0" ptsTypes="AA">
                                      <p:cBhvr>
                                        <p:cTn id="292" dur="250" fill="hold"/>
                                        <p:tgtEl>
                                          <p:spTgt spid="233"/>
                                        </p:tgtEl>
                                        <p:attrNameLst>
                                          <p:attrName>ppt_x</p:attrName>
                                          <p:attrName>ppt_y</p:attrName>
                                        </p:attrNameLst>
                                      </p:cBhvr>
                                      <p:rCtr x="13" y="1620"/>
                                    </p:animMotion>
                                  </p:childTnLst>
                                </p:cTn>
                              </p:par>
                            </p:childTnLst>
                          </p:cTn>
                        </p:par>
                        <p:par>
                          <p:cTn id="293" fill="hold">
                            <p:stCondLst>
                              <p:cond delay="9500"/>
                            </p:stCondLst>
                            <p:childTnLst>
                              <p:par>
                                <p:cTn id="294" presetID="22" presetClass="exit" presetSubtype="2" fill="hold" nodeType="afterEffect">
                                  <p:stCondLst>
                                    <p:cond delay="0"/>
                                  </p:stCondLst>
                                  <p:childTnLst>
                                    <p:animEffect transition="out" filter="wipe(right)">
                                      <p:cBhvr>
                                        <p:cTn id="295" dur="500"/>
                                        <p:tgtEl>
                                          <p:spTgt spid="17"/>
                                        </p:tgtEl>
                                      </p:cBhvr>
                                    </p:animEffect>
                                    <p:set>
                                      <p:cBhvr>
                                        <p:cTn id="296" dur="1" fill="hold">
                                          <p:stCondLst>
                                            <p:cond delay="499"/>
                                          </p:stCondLst>
                                        </p:cTn>
                                        <p:tgtEl>
                                          <p:spTgt spid="17"/>
                                        </p:tgtEl>
                                        <p:attrNameLst>
                                          <p:attrName>style.visibility</p:attrName>
                                        </p:attrNameLst>
                                      </p:cBhvr>
                                      <p:to>
                                        <p:strVal val="hidden"/>
                                      </p:to>
                                    </p:set>
                                  </p:childTnLst>
                                </p:cTn>
                              </p:par>
                            </p:childTnLst>
                          </p:cTn>
                        </p:par>
                        <p:par>
                          <p:cTn id="297" fill="hold">
                            <p:stCondLst>
                              <p:cond delay="10000"/>
                            </p:stCondLst>
                            <p:childTnLst>
                              <p:par>
                                <p:cTn id="298" presetID="42" presetClass="path" presetSubtype="0" accel="50000" decel="50000" fill="hold" grpId="17" nodeType="afterEffect">
                                  <p:stCondLst>
                                    <p:cond delay="0"/>
                                  </p:stCondLst>
                                  <p:childTnLst>
                                    <p:animMotion origin="layout" path="M 0.00196 0.58727 L 0.00235 0.62061 " pathEditMode="relative" rAng="0" ptsTypes="AA">
                                      <p:cBhvr>
                                        <p:cTn id="299" dur="250" fill="hold"/>
                                        <p:tgtEl>
                                          <p:spTgt spid="233"/>
                                        </p:tgtEl>
                                        <p:attrNameLst>
                                          <p:attrName>ppt_x</p:attrName>
                                          <p:attrName>ppt_y</p:attrName>
                                        </p:attrNameLst>
                                      </p:cBhvr>
                                      <p:rCtr x="13" y="1667"/>
                                    </p:animMotion>
                                  </p:childTnLst>
                                </p:cTn>
                              </p:par>
                            </p:childTnLst>
                          </p:cTn>
                        </p:par>
                        <p:par>
                          <p:cTn id="300" fill="hold">
                            <p:stCondLst>
                              <p:cond delay="10250"/>
                            </p:stCondLst>
                            <p:childTnLst>
                              <p:par>
                                <p:cTn id="301" presetID="22" presetClass="exit" presetSubtype="2" fill="hold" nodeType="afterEffect">
                                  <p:stCondLst>
                                    <p:cond delay="0"/>
                                  </p:stCondLst>
                                  <p:childTnLst>
                                    <p:animEffect transition="out" filter="wipe(right)">
                                      <p:cBhvr>
                                        <p:cTn id="302" dur="500"/>
                                        <p:tgtEl>
                                          <p:spTgt spid="18"/>
                                        </p:tgtEl>
                                      </p:cBhvr>
                                    </p:animEffect>
                                    <p:set>
                                      <p:cBhvr>
                                        <p:cTn id="303" dur="1" fill="hold">
                                          <p:stCondLst>
                                            <p:cond delay="499"/>
                                          </p:stCondLst>
                                        </p:cTn>
                                        <p:tgtEl>
                                          <p:spTgt spid="18"/>
                                        </p:tgtEl>
                                        <p:attrNameLst>
                                          <p:attrName>style.visibility</p:attrName>
                                        </p:attrNameLst>
                                      </p:cBhvr>
                                      <p:to>
                                        <p:strVal val="hidden"/>
                                      </p:to>
                                    </p:set>
                                  </p:childTnLst>
                                </p:cTn>
                              </p:par>
                            </p:childTnLst>
                          </p:cTn>
                        </p:par>
                        <p:par>
                          <p:cTn id="304" fill="hold">
                            <p:stCondLst>
                              <p:cond delay="10750"/>
                            </p:stCondLst>
                            <p:childTnLst>
                              <p:par>
                                <p:cTn id="305" presetID="42" presetClass="path" presetSubtype="0" accel="50000" decel="50000" fill="hold" grpId="18" nodeType="afterEffect">
                                  <p:stCondLst>
                                    <p:cond delay="0"/>
                                  </p:stCondLst>
                                  <p:childTnLst>
                                    <p:animMotion origin="layout" path="M 0.00235 0.62061 L 0.00274 0.65325 " pathEditMode="relative" rAng="0" ptsTypes="AA">
                                      <p:cBhvr>
                                        <p:cTn id="306" dur="250" fill="hold"/>
                                        <p:tgtEl>
                                          <p:spTgt spid="233"/>
                                        </p:tgtEl>
                                        <p:attrNameLst>
                                          <p:attrName>ppt_x</p:attrName>
                                          <p:attrName>ppt_y</p:attrName>
                                        </p:attrNameLst>
                                      </p:cBhvr>
                                      <p:rCtr x="13" y="1620"/>
                                    </p:animMotion>
                                  </p:childTnLst>
                                </p:cTn>
                              </p:par>
                            </p:childTnLst>
                          </p:cTn>
                        </p:par>
                        <p:par>
                          <p:cTn id="307" fill="hold">
                            <p:stCondLst>
                              <p:cond delay="11000"/>
                            </p:stCondLst>
                            <p:childTnLst>
                              <p:par>
                                <p:cTn id="308" presetID="22" presetClass="exit" presetSubtype="4" fill="hold" nodeType="afterEffect">
                                  <p:stCondLst>
                                    <p:cond delay="0"/>
                                  </p:stCondLst>
                                  <p:childTnLst>
                                    <p:animEffect transition="out" filter="wipe(down)">
                                      <p:cBhvr>
                                        <p:cTn id="309" dur="500"/>
                                        <p:tgtEl>
                                          <p:spTgt spid="15"/>
                                        </p:tgtEl>
                                      </p:cBhvr>
                                    </p:animEffect>
                                    <p:set>
                                      <p:cBhvr>
                                        <p:cTn id="310" dur="1" fill="hold">
                                          <p:stCondLst>
                                            <p:cond delay="499"/>
                                          </p:stCondLst>
                                        </p:cTn>
                                        <p:tgtEl>
                                          <p:spTgt spid="15"/>
                                        </p:tgtEl>
                                        <p:attrNameLst>
                                          <p:attrName>style.visibility</p:attrName>
                                        </p:attrNameLst>
                                      </p:cBhvr>
                                      <p:to>
                                        <p:strVal val="hidden"/>
                                      </p:to>
                                    </p:set>
                                  </p:childTnLst>
                                </p:cTn>
                              </p:par>
                            </p:childTnLst>
                          </p:cTn>
                        </p:par>
                        <p:par>
                          <p:cTn id="311" fill="hold">
                            <p:stCondLst>
                              <p:cond delay="11500"/>
                            </p:stCondLst>
                            <p:childTnLst>
                              <p:par>
                                <p:cTn id="312" presetID="42" presetClass="path" presetSubtype="0" accel="50000" decel="50000" fill="hold" grpId="19" nodeType="afterEffect">
                                  <p:stCondLst>
                                    <p:cond delay="0"/>
                                  </p:stCondLst>
                                  <p:childTnLst>
                                    <p:animMotion origin="layout" path="M 0.00274 0.65325 L 0.00235 0.68658 " pathEditMode="relative" rAng="0" ptsTypes="AA">
                                      <p:cBhvr>
                                        <p:cTn id="313" dur="250" fill="hold"/>
                                        <p:tgtEl>
                                          <p:spTgt spid="233"/>
                                        </p:tgtEl>
                                        <p:attrNameLst>
                                          <p:attrName>ppt_x</p:attrName>
                                          <p:attrName>ppt_y</p:attrName>
                                        </p:attrNameLst>
                                      </p:cBhvr>
                                      <p:rCtr x="-26" y="1667"/>
                                    </p:animMotion>
                                  </p:childTnLst>
                                </p:cTn>
                              </p:par>
                            </p:childTnLst>
                          </p:cTn>
                        </p:par>
                        <p:par>
                          <p:cTn id="314" fill="hold">
                            <p:stCondLst>
                              <p:cond delay="11750"/>
                            </p:stCondLst>
                            <p:childTnLst>
                              <p:par>
                                <p:cTn id="315" presetID="22" presetClass="exit" presetSubtype="2" fill="hold" nodeType="afterEffect">
                                  <p:stCondLst>
                                    <p:cond delay="0"/>
                                  </p:stCondLst>
                                  <p:childTnLst>
                                    <p:animEffect transition="out" filter="wipe(right)">
                                      <p:cBhvr>
                                        <p:cTn id="316" dur="500"/>
                                        <p:tgtEl>
                                          <p:spTgt spid="11"/>
                                        </p:tgtEl>
                                      </p:cBhvr>
                                    </p:animEffect>
                                    <p:set>
                                      <p:cBhvr>
                                        <p:cTn id="317" dur="1" fill="hold">
                                          <p:stCondLst>
                                            <p:cond delay="499"/>
                                          </p:stCondLst>
                                        </p:cTn>
                                        <p:tgtEl>
                                          <p:spTgt spid="11"/>
                                        </p:tgtEl>
                                        <p:attrNameLst>
                                          <p:attrName>style.visibility</p:attrName>
                                        </p:attrNameLst>
                                      </p:cBhvr>
                                      <p:to>
                                        <p:strVal val="hidden"/>
                                      </p:to>
                                    </p:set>
                                  </p:childTnLst>
                                </p:cTn>
                              </p:par>
                            </p:childTnLst>
                          </p:cTn>
                        </p:par>
                        <p:par>
                          <p:cTn id="318" fill="hold">
                            <p:stCondLst>
                              <p:cond delay="12250"/>
                            </p:stCondLst>
                            <p:childTnLst>
                              <p:par>
                                <p:cTn id="319" presetID="42" presetClass="path" presetSubtype="0" accel="50000" decel="50000" fill="hold" grpId="20" nodeType="afterEffect">
                                  <p:stCondLst>
                                    <p:cond delay="0"/>
                                  </p:stCondLst>
                                  <p:childTnLst>
                                    <p:animMotion origin="layout" path="M 0.00235 0.68658 L 0.00235 0.71922 " pathEditMode="relative" rAng="0" ptsTypes="AA">
                                      <p:cBhvr>
                                        <p:cTn id="320" dur="250" fill="hold"/>
                                        <p:tgtEl>
                                          <p:spTgt spid="233"/>
                                        </p:tgtEl>
                                        <p:attrNameLst>
                                          <p:attrName>ppt_x</p:attrName>
                                          <p:attrName>ppt_y</p:attrName>
                                        </p:attrNameLst>
                                      </p:cBhvr>
                                      <p:rCtr x="0" y="1620"/>
                                    </p:animMotion>
                                  </p:childTnLst>
                                </p:cTn>
                              </p:par>
                            </p:childTnLst>
                          </p:cTn>
                        </p:par>
                        <p:par>
                          <p:cTn id="321" fill="hold">
                            <p:stCondLst>
                              <p:cond delay="12500"/>
                            </p:stCondLst>
                            <p:childTnLst>
                              <p:par>
                                <p:cTn id="322" presetID="22" presetClass="exit" presetSubtype="2" fill="hold" nodeType="afterEffect">
                                  <p:stCondLst>
                                    <p:cond delay="0"/>
                                  </p:stCondLst>
                                  <p:childTnLst>
                                    <p:animEffect transition="out" filter="wipe(right)">
                                      <p:cBhvr>
                                        <p:cTn id="323" dur="500"/>
                                        <p:tgtEl>
                                          <p:spTgt spid="12"/>
                                        </p:tgtEl>
                                      </p:cBhvr>
                                    </p:animEffect>
                                    <p:set>
                                      <p:cBhvr>
                                        <p:cTn id="324" dur="1" fill="hold">
                                          <p:stCondLst>
                                            <p:cond delay="499"/>
                                          </p:stCondLst>
                                        </p:cTn>
                                        <p:tgtEl>
                                          <p:spTgt spid="12"/>
                                        </p:tgtEl>
                                        <p:attrNameLst>
                                          <p:attrName>style.visibility</p:attrName>
                                        </p:attrNameLst>
                                      </p:cBhvr>
                                      <p:to>
                                        <p:strVal val="hidden"/>
                                      </p:to>
                                    </p:set>
                                  </p:childTnLst>
                                </p:cTn>
                              </p:par>
                            </p:childTnLst>
                          </p:cTn>
                        </p:par>
                        <p:par>
                          <p:cTn id="325" fill="hold">
                            <p:stCondLst>
                              <p:cond delay="13000"/>
                            </p:stCondLst>
                            <p:childTnLst>
                              <p:par>
                                <p:cTn id="326" presetID="42" presetClass="path" presetSubtype="0" accel="50000" decel="50000" fill="hold" grpId="21" nodeType="afterEffect">
                                  <p:stCondLst>
                                    <p:cond delay="0"/>
                                  </p:stCondLst>
                                  <p:childTnLst>
                                    <p:animMotion origin="layout" path="M 0.00235 0.71922 L 0.00274 0.75255 " pathEditMode="relative" rAng="0" ptsTypes="AA">
                                      <p:cBhvr>
                                        <p:cTn id="327" dur="250" fill="hold"/>
                                        <p:tgtEl>
                                          <p:spTgt spid="233"/>
                                        </p:tgtEl>
                                        <p:attrNameLst>
                                          <p:attrName>ppt_x</p:attrName>
                                          <p:attrName>ppt_y</p:attrName>
                                        </p:attrNameLst>
                                      </p:cBhvr>
                                      <p:rCtr x="13" y="1667"/>
                                    </p:animMotion>
                                  </p:childTnLst>
                                </p:cTn>
                              </p:par>
                            </p:childTnLst>
                          </p:cTn>
                        </p:par>
                        <p:par>
                          <p:cTn id="328" fill="hold">
                            <p:stCondLst>
                              <p:cond delay="13250"/>
                            </p:stCondLst>
                            <p:childTnLst>
                              <p:par>
                                <p:cTn id="329" presetID="22" presetClass="exit" presetSubtype="2" fill="hold" nodeType="afterEffect">
                                  <p:stCondLst>
                                    <p:cond delay="0"/>
                                  </p:stCondLst>
                                  <p:childTnLst>
                                    <p:animEffect transition="out" filter="wipe(right)">
                                      <p:cBhvr>
                                        <p:cTn id="330" dur="500"/>
                                        <p:tgtEl>
                                          <p:spTgt spid="68"/>
                                        </p:tgtEl>
                                      </p:cBhvr>
                                    </p:animEffect>
                                    <p:set>
                                      <p:cBhvr>
                                        <p:cTn id="331" dur="1" fill="hold">
                                          <p:stCondLst>
                                            <p:cond delay="499"/>
                                          </p:stCondLst>
                                        </p:cTn>
                                        <p:tgtEl>
                                          <p:spTgt spid="68"/>
                                        </p:tgtEl>
                                        <p:attrNameLst>
                                          <p:attrName>style.visibility</p:attrName>
                                        </p:attrNameLst>
                                      </p:cBhvr>
                                      <p:to>
                                        <p:strVal val="hidden"/>
                                      </p:to>
                                    </p:set>
                                  </p:childTnLst>
                                </p:cTn>
                              </p:par>
                            </p:childTnLst>
                          </p:cTn>
                        </p:par>
                        <p:par>
                          <p:cTn id="332" fill="hold">
                            <p:stCondLst>
                              <p:cond delay="13750"/>
                            </p:stCondLst>
                            <p:childTnLst>
                              <p:par>
                                <p:cTn id="333" presetID="42" presetClass="path" presetSubtype="0" accel="50000" decel="50000" fill="hold" grpId="22" nodeType="afterEffect">
                                  <p:stCondLst>
                                    <p:cond delay="0"/>
                                  </p:stCondLst>
                                  <p:childTnLst>
                                    <p:animMotion origin="layout" path="M 0.00274 0.75255 L 0.00274 0.7845 " pathEditMode="relative" rAng="0" ptsTypes="AA">
                                      <p:cBhvr>
                                        <p:cTn id="334" dur="250" fill="hold"/>
                                        <p:tgtEl>
                                          <p:spTgt spid="233"/>
                                        </p:tgtEl>
                                        <p:attrNameLst>
                                          <p:attrName>ppt_x</p:attrName>
                                          <p:attrName>ppt_y</p:attrName>
                                        </p:attrNameLst>
                                      </p:cBhvr>
                                      <p:rCtr x="0" y="1597"/>
                                    </p:animMotion>
                                  </p:childTnLst>
                                </p:cTn>
                              </p:par>
                            </p:childTnLst>
                          </p:cTn>
                        </p:par>
                        <p:par>
                          <p:cTn id="335" fill="hold">
                            <p:stCondLst>
                              <p:cond delay="14000"/>
                            </p:stCondLst>
                            <p:childTnLst>
                              <p:par>
                                <p:cTn id="336" presetID="22" presetClass="exit" presetSubtype="4" fill="hold" nodeType="afterEffect">
                                  <p:stCondLst>
                                    <p:cond delay="0"/>
                                  </p:stCondLst>
                                  <p:childTnLst>
                                    <p:animEffect transition="out" filter="wipe(down)">
                                      <p:cBhvr>
                                        <p:cTn id="337" dur="500"/>
                                        <p:tgtEl>
                                          <p:spTgt spid="13"/>
                                        </p:tgtEl>
                                      </p:cBhvr>
                                    </p:animEffect>
                                    <p:set>
                                      <p:cBhvr>
                                        <p:cTn id="338" dur="1" fill="hold">
                                          <p:stCondLst>
                                            <p:cond delay="499"/>
                                          </p:stCondLst>
                                        </p:cTn>
                                        <p:tgtEl>
                                          <p:spTgt spid="13"/>
                                        </p:tgtEl>
                                        <p:attrNameLst>
                                          <p:attrName>style.visibility</p:attrName>
                                        </p:attrNameLst>
                                      </p:cBhvr>
                                      <p:to>
                                        <p:strVal val="hidden"/>
                                      </p:to>
                                    </p:set>
                                  </p:childTnLst>
                                </p:cTn>
                              </p:par>
                            </p:childTnLst>
                          </p:cTn>
                        </p:par>
                        <p:par>
                          <p:cTn id="339" fill="hold">
                            <p:stCondLst>
                              <p:cond delay="14500"/>
                            </p:stCondLst>
                            <p:childTnLst>
                              <p:par>
                                <p:cTn id="340" presetID="42" presetClass="path" presetSubtype="0" accel="50000" decel="50000" fill="hold" grpId="23" nodeType="afterEffect">
                                  <p:stCondLst>
                                    <p:cond delay="0"/>
                                  </p:stCondLst>
                                  <p:childTnLst>
                                    <p:animMotion origin="layout" path="M 0.00274 0.7845 L 0.00352 0.81852 " pathEditMode="relative" rAng="0" ptsTypes="AA">
                                      <p:cBhvr>
                                        <p:cTn id="341" dur="250" fill="hold"/>
                                        <p:tgtEl>
                                          <p:spTgt spid="233"/>
                                        </p:tgtEl>
                                        <p:attrNameLst>
                                          <p:attrName>ppt_x</p:attrName>
                                          <p:attrName>ppt_y</p:attrName>
                                        </p:attrNameLst>
                                      </p:cBhvr>
                                      <p:rCtr x="39" y="1690"/>
                                    </p:animMotion>
                                  </p:childTnLst>
                                </p:cTn>
                              </p:par>
                            </p:childTnLst>
                          </p:cTn>
                        </p:par>
                        <p:par>
                          <p:cTn id="342" fill="hold">
                            <p:stCondLst>
                              <p:cond delay="14750"/>
                            </p:stCondLst>
                            <p:childTnLst>
                              <p:par>
                                <p:cTn id="343" presetID="22" presetClass="exit" presetSubtype="2" fill="hold" nodeType="afterEffect">
                                  <p:stCondLst>
                                    <p:cond delay="0"/>
                                  </p:stCondLst>
                                  <p:childTnLst>
                                    <p:animEffect transition="out" filter="wipe(right)">
                                      <p:cBhvr>
                                        <p:cTn id="344" dur="500"/>
                                        <p:tgtEl>
                                          <p:spTgt spid="69"/>
                                        </p:tgtEl>
                                      </p:cBhvr>
                                    </p:animEffect>
                                    <p:set>
                                      <p:cBhvr>
                                        <p:cTn id="345" dur="1" fill="hold">
                                          <p:stCondLst>
                                            <p:cond delay="499"/>
                                          </p:stCondLst>
                                        </p:cTn>
                                        <p:tgtEl>
                                          <p:spTgt spid="69"/>
                                        </p:tgtEl>
                                        <p:attrNameLst>
                                          <p:attrName>style.visibility</p:attrName>
                                        </p:attrNameLst>
                                      </p:cBhvr>
                                      <p:to>
                                        <p:strVal val="hidden"/>
                                      </p:to>
                                    </p:set>
                                  </p:childTnLst>
                                </p:cTn>
                              </p:par>
                            </p:childTnLst>
                          </p:cTn>
                        </p:par>
                        <p:par>
                          <p:cTn id="346" fill="hold">
                            <p:stCondLst>
                              <p:cond delay="15250"/>
                            </p:stCondLst>
                            <p:childTnLst>
                              <p:par>
                                <p:cTn id="347" presetID="1" presetClass="exit" presetSubtype="0" fill="hold" grpId="24" nodeType="afterEffect">
                                  <p:stCondLst>
                                    <p:cond delay="0"/>
                                  </p:stCondLst>
                                  <p:childTnLst>
                                    <p:set>
                                      <p:cBhvr>
                                        <p:cTn id="348"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23</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25</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3610031583"/>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26</a:t>
            </a:fld>
            <a:endParaRPr lang="en-US" dirty="0"/>
          </a:p>
        </p:txBody>
      </p:sp>
      <p:graphicFrame>
        <p:nvGraphicFramePr>
          <p:cNvPr id="3" name="Tabelle 2"/>
          <p:cNvGraphicFramePr>
            <a:graphicFrameLocks noGrp="1"/>
          </p:cNvGraphicFramePr>
          <p:nvPr>
            <p:extLst>
              <p:ext uri="{D42A27DB-BD31-4B8C-83A1-F6EECF244321}">
                <p14:modId xmlns:p14="http://schemas.microsoft.com/office/powerpoint/2010/main" val="204979007"/>
              </p:ext>
            </p:extLst>
          </p:nvPr>
        </p:nvGraphicFramePr>
        <p:xfrm>
          <a:off x="1584700" y="872783"/>
          <a:ext cx="288000" cy="5280960"/>
        </p:xfrm>
        <a:graphic>
          <a:graphicData uri="http://schemas.openxmlformats.org/drawingml/2006/table">
            <a:tbl>
              <a:tblPr/>
              <a:tblGrid>
                <a:gridCol w="288000"/>
              </a:tblGrid>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smtClean="0">
                          <a:solidFill>
                            <a:srgbClr val="000000"/>
                          </a:solidFill>
                          <a:effectLst/>
                          <a:latin typeface="Calibri" panose="020F0502020204030204" pitchFamily="34" charset="0"/>
                        </a:rPr>
                        <a:t>1</a:t>
                      </a:r>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27</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28</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29</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30</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35</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36</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14303</Words>
  <Application>Microsoft Office PowerPoint</Application>
  <PresentationFormat>Breitbild</PresentationFormat>
  <Paragraphs>6091</Paragraphs>
  <Slides>36</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36</vt:i4>
      </vt:variant>
    </vt:vector>
  </HeadingPairs>
  <TitlesOfParts>
    <vt:vector size="48"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464</cp:revision>
  <dcterms:created xsi:type="dcterms:W3CDTF">2023-08-28T14:05:43Z</dcterms:created>
  <dcterms:modified xsi:type="dcterms:W3CDTF">2025-09-26T14:27:10Z</dcterms:modified>
</cp:coreProperties>
</file>